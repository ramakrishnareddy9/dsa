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98" r:id="rId7"/>
    <p:sldId id="262" r:id="rId8"/>
    <p:sldId id="263" r:id="rId9"/>
    <p:sldId id="299" r:id="rId10"/>
    <p:sldId id="264" r:id="rId11"/>
    <p:sldId id="265" r:id="rId12"/>
    <p:sldId id="266" r:id="rId13"/>
    <p:sldId id="267" r:id="rId14"/>
    <p:sldId id="268" r:id="rId15"/>
    <p:sldId id="269" r:id="rId16"/>
    <p:sldId id="270"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1" r:id="rId33"/>
    <p:sldId id="292" r:id="rId34"/>
    <p:sldId id="293" r:id="rId35"/>
    <p:sldId id="294" r:id="rId36"/>
    <p:sldId id="295" r:id="rId37"/>
    <p:sldId id="296" r:id="rId38"/>
    <p:sldId id="297"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2717F-D3C4-BEEF-8C75-DE074852D4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3FD1904-5F8E-E93E-701B-F037F09B8FB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A468EC4-E56E-01AD-6B3D-D31D0BE34A63}"/>
              </a:ext>
            </a:extLst>
          </p:cNvPr>
          <p:cNvSpPr>
            <a:spLocks noGrp="1"/>
          </p:cNvSpPr>
          <p:nvPr>
            <p:ph type="dt" sz="half" idx="10"/>
          </p:nvPr>
        </p:nvSpPr>
        <p:spPr/>
        <p:txBody>
          <a:bodyPr/>
          <a:lstStyle/>
          <a:p>
            <a:fld id="{71E363B0-29A1-4167-9633-0B0C845EC471}" type="datetimeFigureOut">
              <a:rPr lang="en-IN" smtClean="0"/>
              <a:t>06-04-2024</a:t>
            </a:fld>
            <a:endParaRPr lang="en-IN"/>
          </a:p>
        </p:txBody>
      </p:sp>
      <p:sp>
        <p:nvSpPr>
          <p:cNvPr id="5" name="Footer Placeholder 4">
            <a:extLst>
              <a:ext uri="{FF2B5EF4-FFF2-40B4-BE49-F238E27FC236}">
                <a16:creationId xmlns:a16="http://schemas.microsoft.com/office/drawing/2014/main" id="{D86F1FCA-614D-ADB2-15C6-C2E27DAD63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F9A8E3-F039-FFAE-0E89-491AD5560058}"/>
              </a:ext>
            </a:extLst>
          </p:cNvPr>
          <p:cNvSpPr>
            <a:spLocks noGrp="1"/>
          </p:cNvSpPr>
          <p:nvPr>
            <p:ph type="sldNum" sz="quarter" idx="12"/>
          </p:nvPr>
        </p:nvSpPr>
        <p:spPr/>
        <p:txBody>
          <a:bodyPr/>
          <a:lstStyle/>
          <a:p>
            <a:fld id="{D2A55BDC-A28F-4FF9-BBBB-CE5A5ED94360}" type="slidenum">
              <a:rPr lang="en-IN" smtClean="0"/>
              <a:t>‹#›</a:t>
            </a:fld>
            <a:endParaRPr lang="en-IN"/>
          </a:p>
        </p:txBody>
      </p:sp>
    </p:spTree>
    <p:extLst>
      <p:ext uri="{BB962C8B-B14F-4D97-AF65-F5344CB8AC3E}">
        <p14:creationId xmlns:p14="http://schemas.microsoft.com/office/powerpoint/2010/main" val="1846202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AEE3F-6C68-776B-E4A7-E502F5086D4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E81A40E-69EE-AD3F-16E8-639E8F3B0BD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AB9AAB-E217-F1BE-61C9-D91F6201293A}"/>
              </a:ext>
            </a:extLst>
          </p:cNvPr>
          <p:cNvSpPr>
            <a:spLocks noGrp="1"/>
          </p:cNvSpPr>
          <p:nvPr>
            <p:ph type="dt" sz="half" idx="10"/>
          </p:nvPr>
        </p:nvSpPr>
        <p:spPr/>
        <p:txBody>
          <a:bodyPr/>
          <a:lstStyle/>
          <a:p>
            <a:fld id="{71E363B0-29A1-4167-9633-0B0C845EC471}" type="datetimeFigureOut">
              <a:rPr lang="en-IN" smtClean="0"/>
              <a:t>06-04-2024</a:t>
            </a:fld>
            <a:endParaRPr lang="en-IN"/>
          </a:p>
        </p:txBody>
      </p:sp>
      <p:sp>
        <p:nvSpPr>
          <p:cNvPr id="5" name="Footer Placeholder 4">
            <a:extLst>
              <a:ext uri="{FF2B5EF4-FFF2-40B4-BE49-F238E27FC236}">
                <a16:creationId xmlns:a16="http://schemas.microsoft.com/office/drawing/2014/main" id="{9C05E0DE-8A2F-EC42-99CD-2EAB1AEA6F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BBBF2E-3F70-48AB-8090-021122B4CFEB}"/>
              </a:ext>
            </a:extLst>
          </p:cNvPr>
          <p:cNvSpPr>
            <a:spLocks noGrp="1"/>
          </p:cNvSpPr>
          <p:nvPr>
            <p:ph type="sldNum" sz="quarter" idx="12"/>
          </p:nvPr>
        </p:nvSpPr>
        <p:spPr/>
        <p:txBody>
          <a:bodyPr/>
          <a:lstStyle/>
          <a:p>
            <a:fld id="{D2A55BDC-A28F-4FF9-BBBB-CE5A5ED94360}" type="slidenum">
              <a:rPr lang="en-IN" smtClean="0"/>
              <a:t>‹#›</a:t>
            </a:fld>
            <a:endParaRPr lang="en-IN"/>
          </a:p>
        </p:txBody>
      </p:sp>
    </p:spTree>
    <p:extLst>
      <p:ext uri="{BB962C8B-B14F-4D97-AF65-F5344CB8AC3E}">
        <p14:creationId xmlns:p14="http://schemas.microsoft.com/office/powerpoint/2010/main" val="19909274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6211C-88E6-A743-C57F-C9F2F383EFA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277546C-9AE7-4345-31CD-2C3755B081D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87E147D-8330-919B-2CF3-B204E3D15A87}"/>
              </a:ext>
            </a:extLst>
          </p:cNvPr>
          <p:cNvSpPr>
            <a:spLocks noGrp="1"/>
          </p:cNvSpPr>
          <p:nvPr>
            <p:ph type="dt" sz="half" idx="10"/>
          </p:nvPr>
        </p:nvSpPr>
        <p:spPr/>
        <p:txBody>
          <a:bodyPr/>
          <a:lstStyle/>
          <a:p>
            <a:fld id="{71E363B0-29A1-4167-9633-0B0C845EC471}" type="datetimeFigureOut">
              <a:rPr lang="en-IN" smtClean="0"/>
              <a:t>06-04-2024</a:t>
            </a:fld>
            <a:endParaRPr lang="en-IN"/>
          </a:p>
        </p:txBody>
      </p:sp>
      <p:sp>
        <p:nvSpPr>
          <p:cNvPr id="5" name="Footer Placeholder 4">
            <a:extLst>
              <a:ext uri="{FF2B5EF4-FFF2-40B4-BE49-F238E27FC236}">
                <a16:creationId xmlns:a16="http://schemas.microsoft.com/office/drawing/2014/main" id="{9640A3EA-4039-1CF5-6F81-F89A538FCE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C9DD0C-2BC9-7DE0-7879-33182D7CBE4F}"/>
              </a:ext>
            </a:extLst>
          </p:cNvPr>
          <p:cNvSpPr>
            <a:spLocks noGrp="1"/>
          </p:cNvSpPr>
          <p:nvPr>
            <p:ph type="sldNum" sz="quarter" idx="12"/>
          </p:nvPr>
        </p:nvSpPr>
        <p:spPr/>
        <p:txBody>
          <a:bodyPr/>
          <a:lstStyle/>
          <a:p>
            <a:fld id="{D2A55BDC-A28F-4FF9-BBBB-CE5A5ED94360}" type="slidenum">
              <a:rPr lang="en-IN" smtClean="0"/>
              <a:t>‹#›</a:t>
            </a:fld>
            <a:endParaRPr lang="en-IN"/>
          </a:p>
        </p:txBody>
      </p:sp>
    </p:spTree>
    <p:extLst>
      <p:ext uri="{BB962C8B-B14F-4D97-AF65-F5344CB8AC3E}">
        <p14:creationId xmlns:p14="http://schemas.microsoft.com/office/powerpoint/2010/main" val="37032673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48C85-3D9A-8BA0-000E-C449971E38C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08CFC32-76B5-F5BF-EEA3-382B7B5FFA4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6545CAB-6D62-7B8E-6B1C-6EC1BF8F238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0BD3F3E-3954-BBFC-5883-AA3B31A2A1B2}"/>
              </a:ext>
            </a:extLst>
          </p:cNvPr>
          <p:cNvSpPr>
            <a:spLocks noGrp="1"/>
          </p:cNvSpPr>
          <p:nvPr>
            <p:ph type="dt" sz="half" idx="10"/>
          </p:nvPr>
        </p:nvSpPr>
        <p:spPr/>
        <p:txBody>
          <a:bodyPr/>
          <a:lstStyle/>
          <a:p>
            <a:fld id="{71E363B0-29A1-4167-9633-0B0C845EC471}" type="datetimeFigureOut">
              <a:rPr lang="en-IN" smtClean="0"/>
              <a:t>06-04-2024</a:t>
            </a:fld>
            <a:endParaRPr lang="en-IN"/>
          </a:p>
        </p:txBody>
      </p:sp>
      <p:sp>
        <p:nvSpPr>
          <p:cNvPr id="6" name="Footer Placeholder 5">
            <a:extLst>
              <a:ext uri="{FF2B5EF4-FFF2-40B4-BE49-F238E27FC236}">
                <a16:creationId xmlns:a16="http://schemas.microsoft.com/office/drawing/2014/main" id="{D51812C0-45CB-CC89-EF86-E9FDC1E8414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35C5A00-F6C5-1CA0-5A84-9D2E7D48670D}"/>
              </a:ext>
            </a:extLst>
          </p:cNvPr>
          <p:cNvSpPr>
            <a:spLocks noGrp="1"/>
          </p:cNvSpPr>
          <p:nvPr>
            <p:ph type="sldNum" sz="quarter" idx="12"/>
          </p:nvPr>
        </p:nvSpPr>
        <p:spPr/>
        <p:txBody>
          <a:bodyPr/>
          <a:lstStyle/>
          <a:p>
            <a:fld id="{D2A55BDC-A28F-4FF9-BBBB-CE5A5ED94360}" type="slidenum">
              <a:rPr lang="en-IN" smtClean="0"/>
              <a:t>‹#›</a:t>
            </a:fld>
            <a:endParaRPr lang="en-IN"/>
          </a:p>
        </p:txBody>
      </p:sp>
    </p:spTree>
    <p:extLst>
      <p:ext uri="{BB962C8B-B14F-4D97-AF65-F5344CB8AC3E}">
        <p14:creationId xmlns:p14="http://schemas.microsoft.com/office/powerpoint/2010/main" val="39101800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3924A-5767-662B-EC15-6F337BDB15C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DF5828F-A1FB-6C64-062E-43F6231018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70509FB-85D5-829E-95A0-1F6332F5084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F37C8C3-3C53-C9FC-2430-0AB13733EB4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8D2C78F-EF17-6A1F-A59F-A463CF98255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079854B-BD52-90A5-B235-E13C556E9EC5}"/>
              </a:ext>
            </a:extLst>
          </p:cNvPr>
          <p:cNvSpPr>
            <a:spLocks noGrp="1"/>
          </p:cNvSpPr>
          <p:nvPr>
            <p:ph type="dt" sz="half" idx="10"/>
          </p:nvPr>
        </p:nvSpPr>
        <p:spPr/>
        <p:txBody>
          <a:bodyPr/>
          <a:lstStyle/>
          <a:p>
            <a:fld id="{71E363B0-29A1-4167-9633-0B0C845EC471}" type="datetimeFigureOut">
              <a:rPr lang="en-IN" smtClean="0"/>
              <a:t>06-04-2024</a:t>
            </a:fld>
            <a:endParaRPr lang="en-IN"/>
          </a:p>
        </p:txBody>
      </p:sp>
      <p:sp>
        <p:nvSpPr>
          <p:cNvPr id="8" name="Footer Placeholder 7">
            <a:extLst>
              <a:ext uri="{FF2B5EF4-FFF2-40B4-BE49-F238E27FC236}">
                <a16:creationId xmlns:a16="http://schemas.microsoft.com/office/drawing/2014/main" id="{5BC7EE32-66AF-6375-9978-19BF15804A4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1406BCC-90CC-CB0C-D506-868C11E6702E}"/>
              </a:ext>
            </a:extLst>
          </p:cNvPr>
          <p:cNvSpPr>
            <a:spLocks noGrp="1"/>
          </p:cNvSpPr>
          <p:nvPr>
            <p:ph type="sldNum" sz="quarter" idx="12"/>
          </p:nvPr>
        </p:nvSpPr>
        <p:spPr/>
        <p:txBody>
          <a:bodyPr/>
          <a:lstStyle/>
          <a:p>
            <a:fld id="{D2A55BDC-A28F-4FF9-BBBB-CE5A5ED94360}" type="slidenum">
              <a:rPr lang="en-IN" smtClean="0"/>
              <a:t>‹#›</a:t>
            </a:fld>
            <a:endParaRPr lang="en-IN"/>
          </a:p>
        </p:txBody>
      </p:sp>
    </p:spTree>
    <p:extLst>
      <p:ext uri="{BB962C8B-B14F-4D97-AF65-F5344CB8AC3E}">
        <p14:creationId xmlns:p14="http://schemas.microsoft.com/office/powerpoint/2010/main" val="13538948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E1F29-B230-DF00-0A85-64138AB4AD9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FB16A9D-0FBE-AB66-BBAF-171F1A50BB6F}"/>
              </a:ext>
            </a:extLst>
          </p:cNvPr>
          <p:cNvSpPr>
            <a:spLocks noGrp="1"/>
          </p:cNvSpPr>
          <p:nvPr>
            <p:ph type="dt" sz="half" idx="10"/>
          </p:nvPr>
        </p:nvSpPr>
        <p:spPr/>
        <p:txBody>
          <a:bodyPr/>
          <a:lstStyle/>
          <a:p>
            <a:fld id="{71E363B0-29A1-4167-9633-0B0C845EC471}" type="datetimeFigureOut">
              <a:rPr lang="en-IN" smtClean="0"/>
              <a:t>06-04-2024</a:t>
            </a:fld>
            <a:endParaRPr lang="en-IN"/>
          </a:p>
        </p:txBody>
      </p:sp>
      <p:sp>
        <p:nvSpPr>
          <p:cNvPr id="4" name="Footer Placeholder 3">
            <a:extLst>
              <a:ext uri="{FF2B5EF4-FFF2-40B4-BE49-F238E27FC236}">
                <a16:creationId xmlns:a16="http://schemas.microsoft.com/office/drawing/2014/main" id="{0DD2C28A-D590-9BC0-6CFC-C317887AF09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574AD2F-4FB5-715F-11E0-2289FDCA7215}"/>
              </a:ext>
            </a:extLst>
          </p:cNvPr>
          <p:cNvSpPr>
            <a:spLocks noGrp="1"/>
          </p:cNvSpPr>
          <p:nvPr>
            <p:ph type="sldNum" sz="quarter" idx="12"/>
          </p:nvPr>
        </p:nvSpPr>
        <p:spPr/>
        <p:txBody>
          <a:bodyPr/>
          <a:lstStyle/>
          <a:p>
            <a:fld id="{D2A55BDC-A28F-4FF9-BBBB-CE5A5ED94360}" type="slidenum">
              <a:rPr lang="en-IN" smtClean="0"/>
              <a:t>‹#›</a:t>
            </a:fld>
            <a:endParaRPr lang="en-IN"/>
          </a:p>
        </p:txBody>
      </p:sp>
    </p:spTree>
    <p:extLst>
      <p:ext uri="{BB962C8B-B14F-4D97-AF65-F5344CB8AC3E}">
        <p14:creationId xmlns:p14="http://schemas.microsoft.com/office/powerpoint/2010/main" val="40730312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26DEAC6-87A8-5962-8917-337A9CFB4950}"/>
              </a:ext>
            </a:extLst>
          </p:cNvPr>
          <p:cNvSpPr>
            <a:spLocks noGrp="1"/>
          </p:cNvSpPr>
          <p:nvPr>
            <p:ph type="dt" sz="half" idx="10"/>
          </p:nvPr>
        </p:nvSpPr>
        <p:spPr/>
        <p:txBody>
          <a:bodyPr/>
          <a:lstStyle/>
          <a:p>
            <a:fld id="{71E363B0-29A1-4167-9633-0B0C845EC471}" type="datetimeFigureOut">
              <a:rPr lang="en-IN" smtClean="0"/>
              <a:t>06-04-2024</a:t>
            </a:fld>
            <a:endParaRPr lang="en-IN"/>
          </a:p>
        </p:txBody>
      </p:sp>
      <p:sp>
        <p:nvSpPr>
          <p:cNvPr id="3" name="Footer Placeholder 2">
            <a:extLst>
              <a:ext uri="{FF2B5EF4-FFF2-40B4-BE49-F238E27FC236}">
                <a16:creationId xmlns:a16="http://schemas.microsoft.com/office/drawing/2014/main" id="{8C6D53D1-EEA7-F646-0DC3-6909C693572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89BF3CE-764F-9F62-197E-FCFE7C57353A}"/>
              </a:ext>
            </a:extLst>
          </p:cNvPr>
          <p:cNvSpPr>
            <a:spLocks noGrp="1"/>
          </p:cNvSpPr>
          <p:nvPr>
            <p:ph type="sldNum" sz="quarter" idx="12"/>
          </p:nvPr>
        </p:nvSpPr>
        <p:spPr/>
        <p:txBody>
          <a:bodyPr/>
          <a:lstStyle/>
          <a:p>
            <a:fld id="{D2A55BDC-A28F-4FF9-BBBB-CE5A5ED94360}" type="slidenum">
              <a:rPr lang="en-IN" smtClean="0"/>
              <a:t>‹#›</a:t>
            </a:fld>
            <a:endParaRPr lang="en-IN"/>
          </a:p>
        </p:txBody>
      </p:sp>
    </p:spTree>
    <p:extLst>
      <p:ext uri="{BB962C8B-B14F-4D97-AF65-F5344CB8AC3E}">
        <p14:creationId xmlns:p14="http://schemas.microsoft.com/office/powerpoint/2010/main" val="9613328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BD634-D779-DD3D-CAAB-1E89E01651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9CD28C9-B245-7B41-B92F-BC5A1953D49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0B90DBD-B2D8-3389-6DF2-917C064C7D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9C387B-DDF9-47B3-537B-7F9BC3B04A08}"/>
              </a:ext>
            </a:extLst>
          </p:cNvPr>
          <p:cNvSpPr>
            <a:spLocks noGrp="1"/>
          </p:cNvSpPr>
          <p:nvPr>
            <p:ph type="dt" sz="half" idx="10"/>
          </p:nvPr>
        </p:nvSpPr>
        <p:spPr/>
        <p:txBody>
          <a:bodyPr/>
          <a:lstStyle/>
          <a:p>
            <a:fld id="{71E363B0-29A1-4167-9633-0B0C845EC471}" type="datetimeFigureOut">
              <a:rPr lang="en-IN" smtClean="0"/>
              <a:t>06-04-2024</a:t>
            </a:fld>
            <a:endParaRPr lang="en-IN"/>
          </a:p>
        </p:txBody>
      </p:sp>
      <p:sp>
        <p:nvSpPr>
          <p:cNvPr id="6" name="Footer Placeholder 5">
            <a:extLst>
              <a:ext uri="{FF2B5EF4-FFF2-40B4-BE49-F238E27FC236}">
                <a16:creationId xmlns:a16="http://schemas.microsoft.com/office/drawing/2014/main" id="{CCA65D99-5740-4B17-3451-F47B1AC9416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FC8ACD6-1440-C6A3-62F5-39287FEAD2F2}"/>
              </a:ext>
            </a:extLst>
          </p:cNvPr>
          <p:cNvSpPr>
            <a:spLocks noGrp="1"/>
          </p:cNvSpPr>
          <p:nvPr>
            <p:ph type="sldNum" sz="quarter" idx="12"/>
          </p:nvPr>
        </p:nvSpPr>
        <p:spPr/>
        <p:txBody>
          <a:bodyPr/>
          <a:lstStyle/>
          <a:p>
            <a:fld id="{D2A55BDC-A28F-4FF9-BBBB-CE5A5ED94360}" type="slidenum">
              <a:rPr lang="en-IN" smtClean="0"/>
              <a:t>‹#›</a:t>
            </a:fld>
            <a:endParaRPr lang="en-IN"/>
          </a:p>
        </p:txBody>
      </p:sp>
    </p:spTree>
    <p:extLst>
      <p:ext uri="{BB962C8B-B14F-4D97-AF65-F5344CB8AC3E}">
        <p14:creationId xmlns:p14="http://schemas.microsoft.com/office/powerpoint/2010/main" val="28638979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99F7F-F3CB-7654-148E-01AB445431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91AA0AD-A8DC-0288-1E24-F5CBE09B63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FF97920-6C4A-7FE6-8690-BEE1C8487F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DC0806-D7A8-96E6-1CD9-CC36E693934A}"/>
              </a:ext>
            </a:extLst>
          </p:cNvPr>
          <p:cNvSpPr>
            <a:spLocks noGrp="1"/>
          </p:cNvSpPr>
          <p:nvPr>
            <p:ph type="dt" sz="half" idx="10"/>
          </p:nvPr>
        </p:nvSpPr>
        <p:spPr/>
        <p:txBody>
          <a:bodyPr/>
          <a:lstStyle/>
          <a:p>
            <a:fld id="{71E363B0-29A1-4167-9633-0B0C845EC471}" type="datetimeFigureOut">
              <a:rPr lang="en-IN" smtClean="0"/>
              <a:t>06-04-2024</a:t>
            </a:fld>
            <a:endParaRPr lang="en-IN"/>
          </a:p>
        </p:txBody>
      </p:sp>
      <p:sp>
        <p:nvSpPr>
          <p:cNvPr id="6" name="Footer Placeholder 5">
            <a:extLst>
              <a:ext uri="{FF2B5EF4-FFF2-40B4-BE49-F238E27FC236}">
                <a16:creationId xmlns:a16="http://schemas.microsoft.com/office/drawing/2014/main" id="{E1FD5E9B-D8D6-8721-1999-30EE7D0C5FC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8959CB3-AF2F-0BB2-AF89-D14FC143F405}"/>
              </a:ext>
            </a:extLst>
          </p:cNvPr>
          <p:cNvSpPr>
            <a:spLocks noGrp="1"/>
          </p:cNvSpPr>
          <p:nvPr>
            <p:ph type="sldNum" sz="quarter" idx="12"/>
          </p:nvPr>
        </p:nvSpPr>
        <p:spPr/>
        <p:txBody>
          <a:bodyPr/>
          <a:lstStyle/>
          <a:p>
            <a:fld id="{D2A55BDC-A28F-4FF9-BBBB-CE5A5ED94360}" type="slidenum">
              <a:rPr lang="en-IN" smtClean="0"/>
              <a:t>‹#›</a:t>
            </a:fld>
            <a:endParaRPr lang="en-IN"/>
          </a:p>
        </p:txBody>
      </p:sp>
    </p:spTree>
    <p:extLst>
      <p:ext uri="{BB962C8B-B14F-4D97-AF65-F5344CB8AC3E}">
        <p14:creationId xmlns:p14="http://schemas.microsoft.com/office/powerpoint/2010/main" val="11558967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EF2DB-FDF9-02F7-3EB9-A754246E65B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C8AAF55-799E-5AFF-B168-EA02346BFB6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5A2E5F-A982-72A4-BACB-8AEABA5355F8}"/>
              </a:ext>
            </a:extLst>
          </p:cNvPr>
          <p:cNvSpPr>
            <a:spLocks noGrp="1"/>
          </p:cNvSpPr>
          <p:nvPr>
            <p:ph type="dt" sz="half" idx="10"/>
          </p:nvPr>
        </p:nvSpPr>
        <p:spPr/>
        <p:txBody>
          <a:bodyPr/>
          <a:lstStyle/>
          <a:p>
            <a:fld id="{71E363B0-29A1-4167-9633-0B0C845EC471}" type="datetimeFigureOut">
              <a:rPr lang="en-IN" smtClean="0"/>
              <a:t>06-04-2024</a:t>
            </a:fld>
            <a:endParaRPr lang="en-IN"/>
          </a:p>
        </p:txBody>
      </p:sp>
      <p:sp>
        <p:nvSpPr>
          <p:cNvPr id="5" name="Footer Placeholder 4">
            <a:extLst>
              <a:ext uri="{FF2B5EF4-FFF2-40B4-BE49-F238E27FC236}">
                <a16:creationId xmlns:a16="http://schemas.microsoft.com/office/drawing/2014/main" id="{274A01BE-C02D-C7D4-BA1A-E7FC1C8B79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3E25AC-15BC-35E3-9C86-5C54E0C3FDD6}"/>
              </a:ext>
            </a:extLst>
          </p:cNvPr>
          <p:cNvSpPr>
            <a:spLocks noGrp="1"/>
          </p:cNvSpPr>
          <p:nvPr>
            <p:ph type="sldNum" sz="quarter" idx="12"/>
          </p:nvPr>
        </p:nvSpPr>
        <p:spPr/>
        <p:txBody>
          <a:bodyPr/>
          <a:lstStyle/>
          <a:p>
            <a:fld id="{D2A55BDC-A28F-4FF9-BBBB-CE5A5ED94360}" type="slidenum">
              <a:rPr lang="en-IN" smtClean="0"/>
              <a:t>‹#›</a:t>
            </a:fld>
            <a:endParaRPr lang="en-IN"/>
          </a:p>
        </p:txBody>
      </p:sp>
    </p:spTree>
    <p:extLst>
      <p:ext uri="{BB962C8B-B14F-4D97-AF65-F5344CB8AC3E}">
        <p14:creationId xmlns:p14="http://schemas.microsoft.com/office/powerpoint/2010/main" val="34024329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1943D8-EC72-829D-31F6-63DB8550C2A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EC76A53-165A-4415-29CB-D0A27D89758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748598-ACB4-FE49-7BED-95D7BC9542F5}"/>
              </a:ext>
            </a:extLst>
          </p:cNvPr>
          <p:cNvSpPr>
            <a:spLocks noGrp="1"/>
          </p:cNvSpPr>
          <p:nvPr>
            <p:ph type="dt" sz="half" idx="10"/>
          </p:nvPr>
        </p:nvSpPr>
        <p:spPr/>
        <p:txBody>
          <a:bodyPr/>
          <a:lstStyle/>
          <a:p>
            <a:fld id="{71E363B0-29A1-4167-9633-0B0C845EC471}" type="datetimeFigureOut">
              <a:rPr lang="en-IN" smtClean="0"/>
              <a:t>06-04-2024</a:t>
            </a:fld>
            <a:endParaRPr lang="en-IN"/>
          </a:p>
        </p:txBody>
      </p:sp>
      <p:sp>
        <p:nvSpPr>
          <p:cNvPr id="5" name="Footer Placeholder 4">
            <a:extLst>
              <a:ext uri="{FF2B5EF4-FFF2-40B4-BE49-F238E27FC236}">
                <a16:creationId xmlns:a16="http://schemas.microsoft.com/office/drawing/2014/main" id="{371F9C43-B2ED-8F2C-E5D2-FCAD1CBB3CE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4FB1A13-70D8-79AF-3821-70B76D12BD16}"/>
              </a:ext>
            </a:extLst>
          </p:cNvPr>
          <p:cNvSpPr>
            <a:spLocks noGrp="1"/>
          </p:cNvSpPr>
          <p:nvPr>
            <p:ph type="sldNum" sz="quarter" idx="12"/>
          </p:nvPr>
        </p:nvSpPr>
        <p:spPr/>
        <p:txBody>
          <a:bodyPr/>
          <a:lstStyle/>
          <a:p>
            <a:fld id="{D2A55BDC-A28F-4FF9-BBBB-CE5A5ED94360}" type="slidenum">
              <a:rPr lang="en-IN" smtClean="0"/>
              <a:t>‹#›</a:t>
            </a:fld>
            <a:endParaRPr lang="en-IN"/>
          </a:p>
        </p:txBody>
      </p:sp>
    </p:spTree>
    <p:extLst>
      <p:ext uri="{BB962C8B-B14F-4D97-AF65-F5344CB8AC3E}">
        <p14:creationId xmlns:p14="http://schemas.microsoft.com/office/powerpoint/2010/main" val="26268877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7D565D1-6AD1-1B2E-37DA-358BC032F3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EF15874-5F2B-318D-F690-CD691EC37D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E3D1553-CC06-6DA7-B314-66FAD6EACE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E363B0-29A1-4167-9633-0B0C845EC471}" type="datetimeFigureOut">
              <a:rPr lang="en-IN" smtClean="0"/>
              <a:t>06-04-2024</a:t>
            </a:fld>
            <a:endParaRPr lang="en-IN"/>
          </a:p>
        </p:txBody>
      </p:sp>
      <p:sp>
        <p:nvSpPr>
          <p:cNvPr id="5" name="Footer Placeholder 4">
            <a:extLst>
              <a:ext uri="{FF2B5EF4-FFF2-40B4-BE49-F238E27FC236}">
                <a16:creationId xmlns:a16="http://schemas.microsoft.com/office/drawing/2014/main" id="{7CD99622-7D86-3061-CECD-4FB16778D9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2BB0982-441B-7291-4BF9-ED4D8A212D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A55BDC-A28F-4FF9-BBBB-CE5A5ED94360}" type="slidenum">
              <a:rPr lang="en-IN" smtClean="0"/>
              <a:t>‹#›</a:t>
            </a:fld>
            <a:endParaRPr lang="en-IN"/>
          </a:p>
        </p:txBody>
      </p:sp>
    </p:spTree>
    <p:extLst>
      <p:ext uri="{BB962C8B-B14F-4D97-AF65-F5344CB8AC3E}">
        <p14:creationId xmlns:p14="http://schemas.microsoft.com/office/powerpoint/2010/main" val="2477455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ECBD8-8E4E-0BE8-7621-FEA70691BF76}"/>
              </a:ext>
            </a:extLst>
          </p:cNvPr>
          <p:cNvSpPr>
            <a:spLocks noGrp="1"/>
          </p:cNvSpPr>
          <p:nvPr>
            <p:ph type="title"/>
          </p:nvPr>
        </p:nvSpPr>
        <p:spPr>
          <a:xfrm>
            <a:off x="838200" y="68827"/>
            <a:ext cx="10515600" cy="471948"/>
          </a:xfrm>
        </p:spPr>
        <p:txBody>
          <a:bodyPr>
            <a:noAutofit/>
          </a:bodyPr>
          <a:lstStyle/>
          <a:p>
            <a:r>
              <a:rPr lang="en-IN" sz="3000" b="1" i="0" dirty="0">
                <a:solidFill>
                  <a:srgbClr val="FF0000"/>
                </a:solidFill>
                <a:effectLst/>
                <a:latin typeface="montserrat" panose="00000500000000000000" pitchFamily="2" charset="0"/>
              </a:rPr>
              <a:t>Problem Statement 1</a:t>
            </a:r>
            <a:endParaRPr lang="en-IN" sz="3000" dirty="0">
              <a:solidFill>
                <a:srgbClr val="FF0000"/>
              </a:solidFill>
            </a:endParaRPr>
          </a:p>
        </p:txBody>
      </p:sp>
      <p:sp>
        <p:nvSpPr>
          <p:cNvPr id="3" name="Content Placeholder 2">
            <a:extLst>
              <a:ext uri="{FF2B5EF4-FFF2-40B4-BE49-F238E27FC236}">
                <a16:creationId xmlns:a16="http://schemas.microsoft.com/office/drawing/2014/main" id="{1EF89908-3748-E869-2FFC-C61B9A5AA872}"/>
              </a:ext>
            </a:extLst>
          </p:cNvPr>
          <p:cNvSpPr>
            <a:spLocks noGrp="1"/>
          </p:cNvSpPr>
          <p:nvPr>
            <p:ph idx="1"/>
          </p:nvPr>
        </p:nvSpPr>
        <p:spPr>
          <a:xfrm>
            <a:off x="294969" y="766915"/>
            <a:ext cx="11484076" cy="6022257"/>
          </a:xfrm>
        </p:spPr>
        <p:txBody>
          <a:bodyPr>
            <a:normAutofit fontScale="92500" lnSpcReduction="10000"/>
          </a:bodyPr>
          <a:lstStyle/>
          <a:p>
            <a:pPr algn="just">
              <a:buFont typeface="Wingdings" panose="05000000000000000000" pitchFamily="2" charset="2"/>
              <a:buChar char="Ø"/>
            </a:pPr>
            <a:r>
              <a:rPr lang="en-US" b="1" dirty="0">
                <a:solidFill>
                  <a:srgbClr val="343434"/>
                </a:solidFill>
              </a:rPr>
              <a:t>Ravi</a:t>
            </a:r>
            <a:r>
              <a:rPr lang="en-US" sz="2800" b="1" i="0" dirty="0">
                <a:solidFill>
                  <a:srgbClr val="343434"/>
                </a:solidFill>
                <a:effectLst/>
              </a:rPr>
              <a:t> and her friends are playing a game of verbal Kho-Kho. </a:t>
            </a:r>
            <a:r>
              <a:rPr lang="en-US" b="1" dirty="0">
                <a:solidFill>
                  <a:srgbClr val="343434"/>
                </a:solidFill>
              </a:rPr>
              <a:t>Ravi</a:t>
            </a:r>
            <a:r>
              <a:rPr lang="en-US" sz="2800" b="1" i="0" dirty="0">
                <a:solidFill>
                  <a:srgbClr val="343434"/>
                </a:solidFill>
                <a:effectLst/>
              </a:rPr>
              <a:t> is acting as a mediator, and the rest of the N friends are seated on N chairs, one each. Ravi starts by providing a paper with a single-digit number to the friend present at number 1. Let’s denote friends by F, where F will be of size N. F[1]…F[N] represents friends seated respectively. After receiving the paper with a digit, F[1] will enact and try to tell F[2] without speaking. Similarly, F[2] will communicate to the next person i.e., F[3]. This continues until the last person F[N] understands the digit. Finally, the last person will write the digit on a separate paper and give it to Ravi to compare both papers. If the digits are similar then, </a:t>
            </a:r>
            <a:r>
              <a:rPr lang="en-US" b="1" dirty="0">
                <a:solidFill>
                  <a:srgbClr val="343434"/>
                </a:solidFill>
              </a:rPr>
              <a:t>Ravi</a:t>
            </a:r>
            <a:r>
              <a:rPr lang="en-US" sz="2800" b="1" i="0" dirty="0">
                <a:solidFill>
                  <a:srgbClr val="343434"/>
                </a:solidFill>
                <a:effectLst/>
              </a:rPr>
              <a:t> will give a T-shirt to each friend. However, if the digits do not match, </a:t>
            </a:r>
            <a:r>
              <a:rPr lang="en-US" b="1" dirty="0">
                <a:solidFill>
                  <a:srgbClr val="343434"/>
                </a:solidFill>
              </a:rPr>
              <a:t>Ravi</a:t>
            </a:r>
            <a:r>
              <a:rPr lang="en-US" sz="2800" b="1" i="0" dirty="0">
                <a:solidFill>
                  <a:srgbClr val="343434"/>
                </a:solidFill>
                <a:effectLst/>
              </a:rPr>
              <a:t> will ask each friend’s digits, and she will offer the T-shirts to only those who understood the digits correctly.</a:t>
            </a:r>
          </a:p>
          <a:p>
            <a:pPr marL="0" indent="0" algn="just">
              <a:buNone/>
            </a:pPr>
            <a:endParaRPr lang="en-US" sz="2800" b="1" i="0" dirty="0">
              <a:solidFill>
                <a:srgbClr val="343434"/>
              </a:solidFill>
              <a:effectLst/>
            </a:endParaRPr>
          </a:p>
          <a:p>
            <a:pPr algn="just">
              <a:buFont typeface="Wingdings" panose="05000000000000000000" pitchFamily="2" charset="2"/>
              <a:buChar char="Ø"/>
            </a:pPr>
            <a:r>
              <a:rPr lang="en-US" sz="2800" b="1" i="0" dirty="0">
                <a:solidFill>
                  <a:srgbClr val="343434"/>
                </a:solidFill>
                <a:effectLst/>
              </a:rPr>
              <a:t>Given N number of friends and digit array D, denoting the digit understood by each friend F. finds out how many of Ravi’s friends have not enacted well OR did not understand the enactment by the previous friend correctly.</a:t>
            </a:r>
            <a:endParaRPr lang="en-IN" sz="2800" b="1" dirty="0"/>
          </a:p>
          <a:p>
            <a:endParaRPr lang="en-IN" dirty="0"/>
          </a:p>
        </p:txBody>
      </p:sp>
    </p:spTree>
    <p:extLst>
      <p:ext uri="{BB962C8B-B14F-4D97-AF65-F5344CB8AC3E}">
        <p14:creationId xmlns:p14="http://schemas.microsoft.com/office/powerpoint/2010/main" val="26480718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D04D06-A059-112B-9E80-712E338DDE37}"/>
              </a:ext>
            </a:extLst>
          </p:cNvPr>
          <p:cNvSpPr>
            <a:spLocks noGrp="1"/>
          </p:cNvSpPr>
          <p:nvPr>
            <p:ph idx="1"/>
          </p:nvPr>
        </p:nvSpPr>
        <p:spPr>
          <a:xfrm>
            <a:off x="838200" y="442452"/>
            <a:ext cx="10515600" cy="5734511"/>
          </a:xfrm>
        </p:spPr>
        <p:txBody>
          <a:bodyPr>
            <a:normAutofit/>
          </a:bodyPr>
          <a:lstStyle/>
          <a:p>
            <a:pPr marL="0" indent="0">
              <a:buNone/>
            </a:pPr>
            <a:r>
              <a:rPr lang="en-US" sz="2600" b="1" i="0" dirty="0">
                <a:solidFill>
                  <a:srgbClr val="FF0000"/>
                </a:solidFill>
                <a:effectLst/>
              </a:rPr>
              <a:t>Example 1:</a:t>
            </a:r>
            <a:br>
              <a:rPr lang="en-US" sz="2600" b="1" i="0" dirty="0">
                <a:solidFill>
                  <a:srgbClr val="343434"/>
                </a:solidFill>
                <a:effectLst/>
              </a:rPr>
            </a:br>
            <a:r>
              <a:rPr lang="en-US" sz="2600" b="0" i="0" dirty="0">
                <a:solidFill>
                  <a:srgbClr val="343434"/>
                </a:solidFill>
                <a:effectLst/>
              </a:rPr>
              <a:t>3 -&gt; N, number of friends</a:t>
            </a:r>
            <a:br>
              <a:rPr lang="en-US" sz="2600" b="0" i="0" dirty="0">
                <a:solidFill>
                  <a:srgbClr val="343434"/>
                </a:solidFill>
                <a:effectLst/>
              </a:rPr>
            </a:br>
            <a:r>
              <a:rPr lang="en-US" sz="2600" b="0" i="0" dirty="0">
                <a:solidFill>
                  <a:srgbClr val="343434"/>
                </a:solidFill>
                <a:effectLst/>
              </a:rPr>
              <a:t>4 4 4 – array D. denoting digit understanding by N friends</a:t>
            </a:r>
            <a:br>
              <a:rPr lang="en-US" sz="2600" b="0" i="0" dirty="0">
                <a:solidFill>
                  <a:srgbClr val="343434"/>
                </a:solidFill>
                <a:effectLst/>
              </a:rPr>
            </a:br>
            <a:r>
              <a:rPr lang="en-US" sz="2600" b="1" i="0" dirty="0">
                <a:solidFill>
                  <a:srgbClr val="343434"/>
                </a:solidFill>
                <a:effectLst/>
              </a:rPr>
              <a:t>Output:</a:t>
            </a:r>
            <a:br>
              <a:rPr lang="en-US" sz="2600" b="1" i="0" dirty="0">
                <a:solidFill>
                  <a:srgbClr val="343434"/>
                </a:solidFill>
                <a:effectLst/>
              </a:rPr>
            </a:br>
            <a:r>
              <a:rPr lang="en-US" sz="2600" b="0" i="0" dirty="0">
                <a:solidFill>
                  <a:srgbClr val="343434"/>
                </a:solidFill>
                <a:effectLst/>
              </a:rPr>
              <a:t>0</a:t>
            </a:r>
            <a:br>
              <a:rPr lang="en-US" sz="2600" b="0" i="0" dirty="0">
                <a:solidFill>
                  <a:srgbClr val="343434"/>
                </a:solidFill>
                <a:effectLst/>
              </a:rPr>
            </a:br>
            <a:r>
              <a:rPr lang="en-US" sz="2600" b="1" i="0" dirty="0">
                <a:solidFill>
                  <a:srgbClr val="343434"/>
                </a:solidFill>
                <a:effectLst/>
              </a:rPr>
              <a:t>Explanation:</a:t>
            </a:r>
            <a:br>
              <a:rPr lang="en-US" sz="2600" b="1" i="0" dirty="0">
                <a:solidFill>
                  <a:srgbClr val="343434"/>
                </a:solidFill>
                <a:effectLst/>
              </a:rPr>
            </a:br>
            <a:r>
              <a:rPr lang="en-US" sz="2600" b="0" i="0" dirty="0">
                <a:solidFill>
                  <a:srgbClr val="343434"/>
                </a:solidFill>
                <a:effectLst/>
              </a:rPr>
              <a:t>All of them understood the digits correctly.</a:t>
            </a:r>
          </a:p>
          <a:p>
            <a:pPr marL="0" indent="0">
              <a:buNone/>
            </a:pPr>
            <a:r>
              <a:rPr lang="en-US" sz="2600" b="1" i="0" dirty="0">
                <a:solidFill>
                  <a:srgbClr val="FF0000"/>
                </a:solidFill>
                <a:effectLst/>
              </a:rPr>
              <a:t>Example 2:</a:t>
            </a:r>
            <a:br>
              <a:rPr lang="en-US" sz="2600" b="1" i="0" dirty="0">
                <a:solidFill>
                  <a:srgbClr val="343434"/>
                </a:solidFill>
                <a:effectLst/>
              </a:rPr>
            </a:br>
            <a:r>
              <a:rPr lang="en-US" sz="2600" b="0" i="0" dirty="0">
                <a:solidFill>
                  <a:srgbClr val="343434"/>
                </a:solidFill>
                <a:effectLst/>
              </a:rPr>
              <a:t>5</a:t>
            </a:r>
            <a:br>
              <a:rPr lang="en-US" sz="2600" b="0" i="0" dirty="0">
                <a:solidFill>
                  <a:srgbClr val="343434"/>
                </a:solidFill>
                <a:effectLst/>
              </a:rPr>
            </a:br>
            <a:r>
              <a:rPr lang="en-US" sz="2600" b="0" i="0" dirty="0">
                <a:solidFill>
                  <a:srgbClr val="343434"/>
                </a:solidFill>
                <a:effectLst/>
              </a:rPr>
              <a:t>1 2 3 2 2</a:t>
            </a:r>
            <a:br>
              <a:rPr lang="en-US" sz="2600" b="0" i="0" dirty="0">
                <a:solidFill>
                  <a:srgbClr val="343434"/>
                </a:solidFill>
                <a:effectLst/>
              </a:rPr>
            </a:br>
            <a:r>
              <a:rPr lang="en-US" sz="2600" b="1" i="0" dirty="0">
                <a:solidFill>
                  <a:srgbClr val="343434"/>
                </a:solidFill>
                <a:effectLst/>
              </a:rPr>
              <a:t>Output:</a:t>
            </a:r>
            <a:br>
              <a:rPr lang="en-US" sz="2600" b="1" i="0" dirty="0">
                <a:solidFill>
                  <a:srgbClr val="343434"/>
                </a:solidFill>
                <a:effectLst/>
              </a:rPr>
            </a:br>
            <a:r>
              <a:rPr lang="en-US" sz="2600" b="0" i="0" dirty="0">
                <a:solidFill>
                  <a:srgbClr val="343434"/>
                </a:solidFill>
                <a:effectLst/>
              </a:rPr>
              <a:t>4</a:t>
            </a:r>
            <a:br>
              <a:rPr lang="en-US" sz="2600" b="0" i="0" dirty="0">
                <a:solidFill>
                  <a:srgbClr val="343434"/>
                </a:solidFill>
                <a:effectLst/>
              </a:rPr>
            </a:br>
            <a:r>
              <a:rPr lang="en-US" sz="2600" b="1" i="0" dirty="0">
                <a:solidFill>
                  <a:srgbClr val="343434"/>
                </a:solidFill>
                <a:effectLst/>
              </a:rPr>
              <a:t>Explanation:</a:t>
            </a:r>
            <a:br>
              <a:rPr lang="en-US" sz="2600" b="1" i="0" dirty="0">
                <a:solidFill>
                  <a:srgbClr val="343434"/>
                </a:solidFill>
                <a:effectLst/>
              </a:rPr>
            </a:br>
            <a:r>
              <a:rPr lang="en-US" sz="2600" b="0" i="0" dirty="0">
                <a:solidFill>
                  <a:srgbClr val="343434"/>
                </a:solidFill>
                <a:effectLst/>
              </a:rPr>
              <a:t>1st, 2nd, 3rd, and 4th friends could not enact OR understand the enactment.</a:t>
            </a:r>
          </a:p>
          <a:p>
            <a:endParaRPr lang="en-IN" sz="2600" dirty="0"/>
          </a:p>
          <a:p>
            <a:endParaRPr lang="en-IN" sz="2600" dirty="0"/>
          </a:p>
        </p:txBody>
      </p:sp>
    </p:spTree>
    <p:extLst>
      <p:ext uri="{BB962C8B-B14F-4D97-AF65-F5344CB8AC3E}">
        <p14:creationId xmlns:p14="http://schemas.microsoft.com/office/powerpoint/2010/main" val="8356615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2759CF-920C-5206-304C-53672E431669}"/>
              </a:ext>
            </a:extLst>
          </p:cNvPr>
          <p:cNvSpPr>
            <a:spLocks noGrp="1"/>
          </p:cNvSpPr>
          <p:nvPr>
            <p:ph idx="1"/>
          </p:nvPr>
        </p:nvSpPr>
        <p:spPr>
          <a:xfrm>
            <a:off x="838200" y="835741"/>
            <a:ext cx="10515600" cy="5341221"/>
          </a:xfrm>
        </p:spPr>
        <p:txBody>
          <a:bodyPr/>
          <a:lstStyle/>
          <a:p>
            <a:pPr marL="0" indent="0">
              <a:buNone/>
            </a:pPr>
            <a:r>
              <a:rPr lang="en-IN" sz="2800" b="1" dirty="0"/>
              <a:t>n = int(input())</a:t>
            </a:r>
          </a:p>
          <a:p>
            <a:pPr marL="0" indent="0">
              <a:buNone/>
            </a:pPr>
            <a:r>
              <a:rPr lang="en-IN" sz="2800" b="1" dirty="0" err="1"/>
              <a:t>arr</a:t>
            </a:r>
            <a:r>
              <a:rPr lang="en-IN" sz="2800" b="1" dirty="0"/>
              <a:t> = list(map(int, input().split()))</a:t>
            </a:r>
          </a:p>
          <a:p>
            <a:pPr marL="0" indent="0">
              <a:buNone/>
            </a:pPr>
            <a:r>
              <a:rPr lang="en-IN" sz="2800" b="1" dirty="0"/>
              <a:t>print(n-</a:t>
            </a:r>
            <a:r>
              <a:rPr lang="en-IN" sz="2800" b="1" dirty="0" err="1"/>
              <a:t>arr.count</a:t>
            </a:r>
            <a:r>
              <a:rPr lang="en-IN" sz="2800" b="1" dirty="0"/>
              <a:t>(</a:t>
            </a:r>
            <a:r>
              <a:rPr lang="en-IN" sz="2800" b="1" dirty="0" err="1"/>
              <a:t>arr</a:t>
            </a:r>
            <a:r>
              <a:rPr lang="en-IN" sz="2800" b="1" dirty="0"/>
              <a:t>[0]))</a:t>
            </a:r>
          </a:p>
        </p:txBody>
      </p:sp>
    </p:spTree>
    <p:extLst>
      <p:ext uri="{BB962C8B-B14F-4D97-AF65-F5344CB8AC3E}">
        <p14:creationId xmlns:p14="http://schemas.microsoft.com/office/powerpoint/2010/main" val="40147246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F8791-0203-C8A6-C7CA-00E4CB5ED4A6}"/>
              </a:ext>
            </a:extLst>
          </p:cNvPr>
          <p:cNvSpPr>
            <a:spLocks noGrp="1"/>
          </p:cNvSpPr>
          <p:nvPr>
            <p:ph type="title"/>
          </p:nvPr>
        </p:nvSpPr>
        <p:spPr>
          <a:xfrm>
            <a:off x="838200" y="88490"/>
            <a:ext cx="10515600" cy="403124"/>
          </a:xfrm>
        </p:spPr>
        <p:txBody>
          <a:bodyPr>
            <a:normAutofit fontScale="90000"/>
          </a:bodyPr>
          <a:lstStyle/>
          <a:p>
            <a:r>
              <a:rPr lang="en-US" sz="3000" b="1" dirty="0">
                <a:solidFill>
                  <a:srgbClr val="FF0000"/>
                </a:solidFill>
                <a:latin typeface="+mn-lt"/>
              </a:rPr>
              <a:t>Problem Statement 2</a:t>
            </a:r>
            <a:endParaRPr lang="en-IN" sz="3000" b="1" dirty="0">
              <a:solidFill>
                <a:srgbClr val="FF0000"/>
              </a:solidFill>
              <a:latin typeface="+mn-lt"/>
            </a:endParaRPr>
          </a:p>
        </p:txBody>
      </p:sp>
      <p:sp>
        <p:nvSpPr>
          <p:cNvPr id="3" name="Content Placeholder 2">
            <a:extLst>
              <a:ext uri="{FF2B5EF4-FFF2-40B4-BE49-F238E27FC236}">
                <a16:creationId xmlns:a16="http://schemas.microsoft.com/office/drawing/2014/main" id="{D2ABD8C6-350E-3551-C3CE-40740FFB56DD}"/>
              </a:ext>
            </a:extLst>
          </p:cNvPr>
          <p:cNvSpPr>
            <a:spLocks noGrp="1"/>
          </p:cNvSpPr>
          <p:nvPr>
            <p:ph idx="1"/>
          </p:nvPr>
        </p:nvSpPr>
        <p:spPr>
          <a:xfrm>
            <a:off x="609600" y="629264"/>
            <a:ext cx="10913806" cy="6140245"/>
          </a:xfrm>
        </p:spPr>
        <p:txBody>
          <a:bodyPr>
            <a:normAutofit fontScale="92500" lnSpcReduction="10000"/>
          </a:bodyPr>
          <a:lstStyle/>
          <a:p>
            <a:pPr algn="just">
              <a:buFont typeface="Wingdings" panose="05000000000000000000" pitchFamily="2" charset="2"/>
              <a:buChar char="Ø"/>
            </a:pPr>
            <a:r>
              <a:rPr lang="en-US" b="1" dirty="0">
                <a:solidFill>
                  <a:srgbClr val="343434"/>
                </a:solidFill>
              </a:rPr>
              <a:t>Krishna</a:t>
            </a:r>
            <a:r>
              <a:rPr lang="en-US" b="1" i="0" dirty="0">
                <a:solidFill>
                  <a:srgbClr val="343434"/>
                </a:solidFill>
                <a:effectLst/>
              </a:rPr>
              <a:t> is going to bet today on horse riding. There are N horses listed in a sequence of 1 to N.</a:t>
            </a:r>
          </a:p>
          <a:p>
            <a:pPr algn="just">
              <a:buFont typeface="Wingdings" panose="05000000000000000000" pitchFamily="2" charset="2"/>
              <a:buChar char="Ø"/>
            </a:pPr>
            <a:r>
              <a:rPr lang="en-US" b="1" i="0" dirty="0">
                <a:solidFill>
                  <a:srgbClr val="343434"/>
                </a:solidFill>
                <a:effectLst/>
              </a:rPr>
              <a:t>The probability of winning each horse is different so the prices for making a bet on the horses are not the same. There is no limit on the number of horses on which he can bet, but he thinks that if he bets on a continuous sequence of horses then he has a better chance to win. Krishna will get K units of money if any horse on which he bets will win. But as the award is only K units so he wants to put money less than K. Krishna wants to bet on as many horses as he can. As you are his best friend, he reached out to you for help, can you please find the length of the maximum continuous sequence of horses on which Krishna can make a bet, and remember he will invest money less than K units. If there is more than one possible combination, Krishna will bet randomly on any one of them.</a:t>
            </a:r>
          </a:p>
          <a:p>
            <a:pPr algn="just">
              <a:buFont typeface="Wingdings" panose="05000000000000000000" pitchFamily="2" charset="2"/>
              <a:buChar char="Ø"/>
            </a:pPr>
            <a:r>
              <a:rPr lang="en-US" b="1" i="0" dirty="0">
                <a:solidFill>
                  <a:srgbClr val="343434"/>
                </a:solidFill>
                <a:effectLst/>
              </a:rPr>
              <a:t>Given the number of horses(N), reward money(K), and price of betting on N horses in order.</a:t>
            </a:r>
          </a:p>
          <a:p>
            <a:pPr algn="just">
              <a:buFont typeface="Wingdings" panose="05000000000000000000" pitchFamily="2" charset="2"/>
              <a:buChar char="Ø"/>
            </a:pPr>
            <a:r>
              <a:rPr lang="en-US" b="1" i="0" dirty="0">
                <a:solidFill>
                  <a:srgbClr val="343434"/>
                </a:solidFill>
                <a:effectLst/>
              </a:rPr>
              <a:t>Hint: For each starting index of a horse, its end index in sequences will be equal to or greater than the end index of the previous starting index.</a:t>
            </a:r>
          </a:p>
          <a:p>
            <a:pPr algn="just">
              <a:buFont typeface="Wingdings" panose="05000000000000000000" pitchFamily="2" charset="2"/>
              <a:buChar char="Ø"/>
            </a:pPr>
            <a:endParaRPr lang="en-IN" b="1" dirty="0"/>
          </a:p>
        </p:txBody>
      </p:sp>
    </p:spTree>
    <p:extLst>
      <p:ext uri="{BB962C8B-B14F-4D97-AF65-F5344CB8AC3E}">
        <p14:creationId xmlns:p14="http://schemas.microsoft.com/office/powerpoint/2010/main" val="41256685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47D50A-CA48-810A-16E9-BDF793D6A9BC}"/>
              </a:ext>
            </a:extLst>
          </p:cNvPr>
          <p:cNvSpPr>
            <a:spLocks noGrp="1"/>
          </p:cNvSpPr>
          <p:nvPr>
            <p:ph idx="1"/>
          </p:nvPr>
        </p:nvSpPr>
        <p:spPr>
          <a:xfrm>
            <a:off x="838200" y="668593"/>
            <a:ext cx="10515600" cy="5508369"/>
          </a:xfrm>
        </p:spPr>
        <p:txBody>
          <a:bodyPr>
            <a:noAutofit/>
          </a:bodyPr>
          <a:lstStyle/>
          <a:p>
            <a:pPr marL="0" indent="0" algn="l">
              <a:buNone/>
            </a:pPr>
            <a:r>
              <a:rPr lang="en-US" sz="2400" b="1" i="0" dirty="0">
                <a:solidFill>
                  <a:srgbClr val="FF0000"/>
                </a:solidFill>
                <a:effectLst/>
              </a:rPr>
              <a:t>Example 1:</a:t>
            </a:r>
            <a:endParaRPr lang="en-US" sz="2400" b="0" i="0" dirty="0">
              <a:solidFill>
                <a:srgbClr val="FF0000"/>
              </a:solidFill>
              <a:effectLst/>
            </a:endParaRPr>
          </a:p>
          <a:p>
            <a:pPr marL="0" indent="0" algn="l">
              <a:buNone/>
            </a:pPr>
            <a:r>
              <a:rPr lang="en-US" sz="2400" b="1" i="0" dirty="0">
                <a:solidFill>
                  <a:srgbClr val="343434"/>
                </a:solidFill>
                <a:effectLst/>
              </a:rPr>
              <a:t>Input:</a:t>
            </a:r>
            <a:br>
              <a:rPr lang="en-US" sz="2400" b="0" i="0" dirty="0">
                <a:solidFill>
                  <a:srgbClr val="343434"/>
                </a:solidFill>
                <a:effectLst/>
              </a:rPr>
            </a:br>
            <a:r>
              <a:rPr lang="en-US" sz="2400" b="0" i="0" dirty="0">
                <a:solidFill>
                  <a:srgbClr val="343434"/>
                </a:solidFill>
                <a:effectLst/>
              </a:rPr>
              <a:t>90 100 -&gt; N = 10, K=100</a:t>
            </a:r>
            <a:br>
              <a:rPr lang="en-US" sz="2400" b="0" i="0" dirty="0">
                <a:solidFill>
                  <a:srgbClr val="343434"/>
                </a:solidFill>
                <a:effectLst/>
              </a:rPr>
            </a:br>
            <a:r>
              <a:rPr lang="en-US" sz="2400" b="0" i="0" dirty="0">
                <a:solidFill>
                  <a:srgbClr val="343434"/>
                </a:solidFill>
                <a:effectLst/>
              </a:rPr>
              <a:t>30 40 50 20 20 10 90 10 10 10 -&gt; Price to make bet on each horse in order</a:t>
            </a:r>
          </a:p>
          <a:p>
            <a:pPr marL="0" indent="0" algn="l">
              <a:buNone/>
            </a:pPr>
            <a:r>
              <a:rPr lang="en-US" sz="2400" b="1" i="0" dirty="0">
                <a:solidFill>
                  <a:srgbClr val="343434"/>
                </a:solidFill>
                <a:effectLst/>
              </a:rPr>
              <a:t>Output:</a:t>
            </a:r>
            <a:br>
              <a:rPr lang="en-US" sz="2400" b="0" i="0" dirty="0">
                <a:solidFill>
                  <a:srgbClr val="343434"/>
                </a:solidFill>
                <a:effectLst/>
              </a:rPr>
            </a:br>
            <a:r>
              <a:rPr lang="en-US" sz="2400" b="0" i="0" dirty="0">
                <a:solidFill>
                  <a:srgbClr val="343434"/>
                </a:solidFill>
                <a:effectLst/>
              </a:rPr>
              <a:t>3</a:t>
            </a:r>
          </a:p>
          <a:p>
            <a:pPr marL="0" indent="0" algn="l">
              <a:buNone/>
            </a:pPr>
            <a:r>
              <a:rPr lang="en-US" sz="2400" b="1" i="0" dirty="0">
                <a:solidFill>
                  <a:srgbClr val="343434"/>
                </a:solidFill>
                <a:effectLst/>
              </a:rPr>
              <a:t>Explanation:</a:t>
            </a:r>
            <a:br>
              <a:rPr lang="en-US" sz="2400" b="0" i="0" dirty="0">
                <a:solidFill>
                  <a:srgbClr val="343434"/>
                </a:solidFill>
                <a:effectLst/>
              </a:rPr>
            </a:br>
            <a:r>
              <a:rPr lang="en-US" sz="2400" b="0" i="0" dirty="0">
                <a:solidFill>
                  <a:srgbClr val="343434"/>
                </a:solidFill>
                <a:effectLst/>
              </a:rPr>
              <a:t>There are 10 horses, and the reward money is 100. So, Krishna will put money in less than 100. There are two possible o sequences of length three whose total money for betting is less than 100, i.e. [50 20 20] (sum is 90) and [10 10 10] (sum is 30). Krishna will choose randomly one sequence from these two. As none of the other sequences with a length greater than 3 will have a price less than 100 so the answer will be 3.</a:t>
            </a:r>
          </a:p>
          <a:p>
            <a:pPr marL="0" indent="0">
              <a:buNone/>
            </a:pPr>
            <a:endParaRPr lang="en-IN" sz="2400" dirty="0"/>
          </a:p>
        </p:txBody>
      </p:sp>
    </p:spTree>
    <p:extLst>
      <p:ext uri="{BB962C8B-B14F-4D97-AF65-F5344CB8AC3E}">
        <p14:creationId xmlns:p14="http://schemas.microsoft.com/office/powerpoint/2010/main" val="9924415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63C09E-D561-E28F-48B8-9F6931E55D9D}"/>
              </a:ext>
            </a:extLst>
          </p:cNvPr>
          <p:cNvSpPr>
            <a:spLocks noGrp="1"/>
          </p:cNvSpPr>
          <p:nvPr>
            <p:ph idx="1"/>
          </p:nvPr>
        </p:nvSpPr>
        <p:spPr>
          <a:xfrm>
            <a:off x="838200" y="796413"/>
            <a:ext cx="10515600" cy="5380550"/>
          </a:xfrm>
        </p:spPr>
        <p:txBody>
          <a:bodyPr>
            <a:normAutofit/>
          </a:bodyPr>
          <a:lstStyle/>
          <a:p>
            <a:pPr marL="0" indent="0">
              <a:buNone/>
            </a:pPr>
            <a:r>
              <a:rPr lang="en-US" sz="2400" b="1" i="0" dirty="0">
                <a:solidFill>
                  <a:srgbClr val="FF0000"/>
                </a:solidFill>
                <a:effectLst/>
              </a:rPr>
              <a:t>Example 2:</a:t>
            </a:r>
            <a:endParaRPr lang="en-US" sz="2400" b="0" i="0" dirty="0">
              <a:solidFill>
                <a:srgbClr val="FF0000"/>
              </a:solidFill>
              <a:effectLst/>
            </a:endParaRPr>
          </a:p>
          <a:p>
            <a:pPr marL="0" indent="0">
              <a:buNone/>
            </a:pPr>
            <a:r>
              <a:rPr lang="en-US" sz="2400" b="1" i="0" dirty="0">
                <a:solidFill>
                  <a:srgbClr val="343434"/>
                </a:solidFill>
                <a:effectLst/>
              </a:rPr>
              <a:t>Input:</a:t>
            </a:r>
            <a:br>
              <a:rPr lang="en-US" sz="2400" b="1" i="0" dirty="0">
                <a:solidFill>
                  <a:srgbClr val="343434"/>
                </a:solidFill>
                <a:effectLst/>
              </a:rPr>
            </a:br>
            <a:r>
              <a:rPr lang="en-US" sz="2400" b="0" i="0" dirty="0">
                <a:solidFill>
                  <a:srgbClr val="343434"/>
                </a:solidFill>
                <a:effectLst/>
              </a:rPr>
              <a:t>10 100 -&gt; N = 10, K=100</a:t>
            </a:r>
            <a:br>
              <a:rPr lang="en-US" sz="2400" b="0" i="0" dirty="0">
                <a:solidFill>
                  <a:srgbClr val="343434"/>
                </a:solidFill>
                <a:effectLst/>
              </a:rPr>
            </a:br>
            <a:r>
              <a:rPr lang="en-US" sz="2400" b="0" i="0" dirty="0">
                <a:solidFill>
                  <a:srgbClr val="343434"/>
                </a:solidFill>
                <a:effectLst/>
              </a:rPr>
              <a:t>10 90 80 20 90 60 40 60 70 75 -&gt; Price to make bet on each horse in order</a:t>
            </a:r>
          </a:p>
          <a:p>
            <a:pPr marL="0" indent="0">
              <a:buNone/>
            </a:pPr>
            <a:r>
              <a:rPr lang="en-US" sz="2400" b="1" i="0" dirty="0">
                <a:solidFill>
                  <a:srgbClr val="343434"/>
                </a:solidFill>
                <a:effectLst/>
              </a:rPr>
              <a:t>Output:</a:t>
            </a:r>
            <a:br>
              <a:rPr lang="en-US" sz="2400" b="1" i="0" dirty="0">
                <a:solidFill>
                  <a:srgbClr val="343434"/>
                </a:solidFill>
                <a:effectLst/>
              </a:rPr>
            </a:br>
            <a:r>
              <a:rPr lang="en-US" sz="2400" b="0" i="0" dirty="0">
                <a:solidFill>
                  <a:srgbClr val="343434"/>
                </a:solidFill>
                <a:effectLst/>
              </a:rPr>
              <a:t>1</a:t>
            </a:r>
          </a:p>
          <a:p>
            <a:pPr marL="0" indent="0">
              <a:buNone/>
            </a:pPr>
            <a:r>
              <a:rPr lang="en-US" sz="2400" b="1" i="0" dirty="0">
                <a:solidFill>
                  <a:srgbClr val="343434"/>
                </a:solidFill>
                <a:effectLst/>
              </a:rPr>
              <a:t>Explanation:</a:t>
            </a:r>
            <a:br>
              <a:rPr lang="en-US" sz="2400" b="0" i="0" dirty="0">
                <a:solidFill>
                  <a:srgbClr val="343434"/>
                </a:solidFill>
                <a:effectLst/>
              </a:rPr>
            </a:br>
            <a:r>
              <a:rPr lang="en-US" sz="2400" b="0" i="0" dirty="0">
                <a:solidFill>
                  <a:srgbClr val="343434"/>
                </a:solidFill>
                <a:effectLst/>
              </a:rPr>
              <a:t>There are no two consecutive horses for which the sum of price is less than 100. So, Krishna will choose randomly any one horse. And the max length of the sequence will be 1.</a:t>
            </a:r>
          </a:p>
          <a:p>
            <a:endParaRPr lang="en-IN" sz="2400" dirty="0"/>
          </a:p>
        </p:txBody>
      </p:sp>
    </p:spTree>
    <p:extLst>
      <p:ext uri="{BB962C8B-B14F-4D97-AF65-F5344CB8AC3E}">
        <p14:creationId xmlns:p14="http://schemas.microsoft.com/office/powerpoint/2010/main" val="38875328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7133B9-7C3C-F80E-A562-9CFC6878C4D6}"/>
              </a:ext>
            </a:extLst>
          </p:cNvPr>
          <p:cNvSpPr>
            <a:spLocks noGrp="1"/>
          </p:cNvSpPr>
          <p:nvPr>
            <p:ph idx="1"/>
          </p:nvPr>
        </p:nvSpPr>
        <p:spPr>
          <a:xfrm>
            <a:off x="838200" y="383458"/>
            <a:ext cx="10515600" cy="5793505"/>
          </a:xfrm>
        </p:spPr>
        <p:txBody>
          <a:bodyPr>
            <a:normAutofit fontScale="85000" lnSpcReduction="20000"/>
          </a:bodyPr>
          <a:lstStyle/>
          <a:p>
            <a:pPr marL="0" indent="0">
              <a:buNone/>
            </a:pPr>
            <a:r>
              <a:rPr lang="en-US" b="1" dirty="0"/>
              <a:t>k=40</a:t>
            </a:r>
          </a:p>
          <a:p>
            <a:pPr marL="0" indent="0">
              <a:buNone/>
            </a:pPr>
            <a:r>
              <a:rPr lang="en-US" b="1" dirty="0" err="1"/>
              <a:t>su</a:t>
            </a:r>
            <a:r>
              <a:rPr lang="en-US" b="1" dirty="0"/>
              <a:t>=0</a:t>
            </a:r>
          </a:p>
          <a:p>
            <a:pPr marL="0" indent="0">
              <a:buNone/>
            </a:pPr>
            <a:r>
              <a:rPr lang="en-US" b="1" dirty="0"/>
              <a:t>n=10</a:t>
            </a:r>
          </a:p>
          <a:p>
            <a:pPr marL="0" indent="0">
              <a:buNone/>
            </a:pPr>
            <a:r>
              <a:rPr lang="en-US" b="1" dirty="0" err="1"/>
              <a:t>ans</a:t>
            </a:r>
            <a:r>
              <a:rPr lang="en-US" b="1" dirty="0"/>
              <a:t>=0</a:t>
            </a:r>
          </a:p>
          <a:p>
            <a:pPr marL="0" indent="0">
              <a:buNone/>
            </a:pPr>
            <a:r>
              <a:rPr lang="en-US" b="1" dirty="0" err="1"/>
              <a:t>arr</a:t>
            </a:r>
            <a:r>
              <a:rPr lang="en-US" b="1" dirty="0"/>
              <a:t> = list(map(int, input().split()))</a:t>
            </a:r>
          </a:p>
          <a:p>
            <a:pPr marL="0" indent="0">
              <a:buNone/>
            </a:pPr>
            <a:endParaRPr lang="en-US" b="1" dirty="0"/>
          </a:p>
          <a:p>
            <a:pPr marL="0" indent="0">
              <a:buNone/>
            </a:pPr>
            <a:r>
              <a:rPr lang="en-US" b="1" dirty="0"/>
              <a:t>for </a:t>
            </a:r>
            <a:r>
              <a:rPr lang="en-US" b="1" dirty="0" err="1"/>
              <a:t>i</a:t>
            </a:r>
            <a:r>
              <a:rPr lang="en-US" b="1" dirty="0"/>
              <a:t> in range(n - 1):</a:t>
            </a:r>
          </a:p>
          <a:p>
            <a:pPr marL="0" indent="0">
              <a:buNone/>
            </a:pPr>
            <a:r>
              <a:rPr lang="en-US" b="1" dirty="0"/>
              <a:t>    for j in range(</a:t>
            </a:r>
            <a:r>
              <a:rPr lang="en-US" b="1" dirty="0" err="1"/>
              <a:t>i</a:t>
            </a:r>
            <a:r>
              <a:rPr lang="en-US" b="1" dirty="0"/>
              <a:t> + 1, n):</a:t>
            </a:r>
          </a:p>
          <a:p>
            <a:pPr marL="0" indent="0">
              <a:buNone/>
            </a:pPr>
            <a:r>
              <a:rPr lang="en-US" b="1" dirty="0"/>
              <a:t>        </a:t>
            </a:r>
            <a:r>
              <a:rPr lang="en-US" b="1" dirty="0" err="1"/>
              <a:t>su</a:t>
            </a:r>
            <a:r>
              <a:rPr lang="en-US" b="1" dirty="0"/>
              <a:t>=sum(</a:t>
            </a:r>
            <a:r>
              <a:rPr lang="en-US" b="1" dirty="0" err="1"/>
              <a:t>arr</a:t>
            </a:r>
            <a:r>
              <a:rPr lang="en-US" b="1" dirty="0"/>
              <a:t>[</a:t>
            </a:r>
            <a:r>
              <a:rPr lang="en-US" b="1" dirty="0" err="1"/>
              <a:t>i:j</a:t>
            </a:r>
            <a:r>
              <a:rPr lang="en-US" b="1" dirty="0"/>
              <a:t>])</a:t>
            </a:r>
          </a:p>
          <a:p>
            <a:pPr marL="0" indent="0">
              <a:buNone/>
            </a:pPr>
            <a:r>
              <a:rPr lang="en-US" b="1" dirty="0"/>
              <a:t>        print(</a:t>
            </a:r>
            <a:r>
              <a:rPr lang="en-US" b="1" dirty="0" err="1"/>
              <a:t>su</a:t>
            </a:r>
            <a:r>
              <a:rPr lang="en-US" b="1" dirty="0"/>
              <a:t>)</a:t>
            </a:r>
          </a:p>
          <a:p>
            <a:pPr marL="0" indent="0">
              <a:buNone/>
            </a:pPr>
            <a:r>
              <a:rPr lang="en-US" b="1" dirty="0"/>
              <a:t>        if </a:t>
            </a:r>
            <a:r>
              <a:rPr lang="en-US" b="1" dirty="0" err="1"/>
              <a:t>su</a:t>
            </a:r>
            <a:r>
              <a:rPr lang="en-US" b="1" dirty="0"/>
              <a:t>&lt;k:</a:t>
            </a:r>
          </a:p>
          <a:p>
            <a:pPr marL="0" indent="0">
              <a:buNone/>
            </a:pPr>
            <a:r>
              <a:rPr lang="en-US" b="1" dirty="0"/>
              <a:t>            </a:t>
            </a:r>
            <a:r>
              <a:rPr lang="en-US" b="1" dirty="0" err="1"/>
              <a:t>ans</a:t>
            </a:r>
            <a:r>
              <a:rPr lang="en-US" b="1" dirty="0"/>
              <a:t> = max(</a:t>
            </a:r>
            <a:r>
              <a:rPr lang="en-US" b="1" dirty="0" err="1"/>
              <a:t>ans</a:t>
            </a:r>
            <a:r>
              <a:rPr lang="en-US" b="1" dirty="0"/>
              <a:t>, j - </a:t>
            </a:r>
            <a:r>
              <a:rPr lang="en-US" b="1" dirty="0" err="1"/>
              <a:t>i</a:t>
            </a:r>
            <a:r>
              <a:rPr lang="en-US" b="1" dirty="0"/>
              <a:t>)</a:t>
            </a:r>
          </a:p>
          <a:p>
            <a:pPr marL="0" indent="0">
              <a:buNone/>
            </a:pPr>
            <a:r>
              <a:rPr lang="en-US" b="1" dirty="0"/>
              <a:t>            print(</a:t>
            </a:r>
            <a:r>
              <a:rPr lang="en-US" b="1" dirty="0" err="1"/>
              <a:t>ans</a:t>
            </a:r>
            <a:r>
              <a:rPr lang="en-US" b="1" dirty="0"/>
              <a:t>)</a:t>
            </a:r>
          </a:p>
          <a:p>
            <a:pPr marL="0" indent="0">
              <a:buNone/>
            </a:pPr>
            <a:r>
              <a:rPr lang="en-US" b="1" dirty="0"/>
              <a:t>        else:</a:t>
            </a:r>
          </a:p>
          <a:p>
            <a:pPr marL="0" indent="0">
              <a:buNone/>
            </a:pPr>
            <a:r>
              <a:rPr lang="en-US" b="1" dirty="0"/>
              <a:t>            break</a:t>
            </a:r>
          </a:p>
        </p:txBody>
      </p:sp>
    </p:spTree>
    <p:extLst>
      <p:ext uri="{BB962C8B-B14F-4D97-AF65-F5344CB8AC3E}">
        <p14:creationId xmlns:p14="http://schemas.microsoft.com/office/powerpoint/2010/main" val="33416381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A29D6-05E9-A0CD-317A-568E4B19133B}"/>
              </a:ext>
            </a:extLst>
          </p:cNvPr>
          <p:cNvSpPr>
            <a:spLocks noGrp="1"/>
          </p:cNvSpPr>
          <p:nvPr>
            <p:ph type="title"/>
          </p:nvPr>
        </p:nvSpPr>
        <p:spPr>
          <a:xfrm>
            <a:off x="838200" y="176981"/>
            <a:ext cx="10515600" cy="504057"/>
          </a:xfrm>
        </p:spPr>
        <p:txBody>
          <a:bodyPr>
            <a:normAutofit/>
          </a:bodyPr>
          <a:lstStyle/>
          <a:p>
            <a:r>
              <a:rPr lang="en-US" sz="3000" b="1" dirty="0">
                <a:solidFill>
                  <a:srgbClr val="FF0000"/>
                </a:solidFill>
                <a:latin typeface="+mn-lt"/>
              </a:rPr>
              <a:t>Problem Statement 3</a:t>
            </a:r>
            <a:endParaRPr lang="en-IN" sz="3000" b="1" dirty="0">
              <a:solidFill>
                <a:srgbClr val="FF0000"/>
              </a:solidFill>
              <a:latin typeface="+mn-lt"/>
            </a:endParaRPr>
          </a:p>
        </p:txBody>
      </p:sp>
      <p:sp>
        <p:nvSpPr>
          <p:cNvPr id="3" name="Content Placeholder 2">
            <a:extLst>
              <a:ext uri="{FF2B5EF4-FFF2-40B4-BE49-F238E27FC236}">
                <a16:creationId xmlns:a16="http://schemas.microsoft.com/office/drawing/2014/main" id="{36A759E5-A1D0-A63C-A36A-77AF9E8A4B84}"/>
              </a:ext>
            </a:extLst>
          </p:cNvPr>
          <p:cNvSpPr>
            <a:spLocks noGrp="1"/>
          </p:cNvSpPr>
          <p:nvPr>
            <p:ph idx="1"/>
          </p:nvPr>
        </p:nvSpPr>
        <p:spPr>
          <a:xfrm>
            <a:off x="838200" y="865239"/>
            <a:ext cx="10515600" cy="5311724"/>
          </a:xfrm>
        </p:spPr>
        <p:txBody>
          <a:bodyPr>
            <a:noAutofit/>
          </a:bodyPr>
          <a:lstStyle/>
          <a:p>
            <a:pPr algn="just">
              <a:buFont typeface="Wingdings" panose="05000000000000000000" pitchFamily="2" charset="2"/>
              <a:buChar char="Ø"/>
            </a:pPr>
            <a:r>
              <a:rPr lang="en-US" sz="2400" b="1" i="0" dirty="0">
                <a:solidFill>
                  <a:srgbClr val="343434"/>
                </a:solidFill>
                <a:effectLst/>
              </a:rPr>
              <a:t>This vacation you went to visit the golden house. There are N rooms in this golden house and its owner needs someone to take care of the management of this house. As you have been unemployed for a long time, you are interested in this job. The owner of this house wanted an intelligent manager for this role, so he created one puzzle within that golden house. The person who will be able to solve that puzzle will be the manager of the golden house.</a:t>
            </a:r>
          </a:p>
          <a:p>
            <a:pPr algn="just">
              <a:buFont typeface="Wingdings" panose="05000000000000000000" pitchFamily="2" charset="2"/>
              <a:buChar char="Ø"/>
            </a:pPr>
            <a:r>
              <a:rPr lang="en-US" sz="2400" b="1" i="0" dirty="0">
                <a:solidFill>
                  <a:srgbClr val="343434"/>
                </a:solidFill>
                <a:effectLst/>
              </a:rPr>
              <a:t>The owner of the house kept some number of golden coins in each room. You have to choose two rooms, one from where you will enter and the other one from where you will exit. From any room either you can exit, or you can move to the next room. While visiting any room you will collect all the gold coins, and if you enter any room then you can’t skip collecting gold coins from that room, you have to take those coins. The owner wants to have exactly K coins, when you exit the room, he guarantees that there will be at least one possible solution for this puzzle.</a:t>
            </a:r>
          </a:p>
          <a:p>
            <a:pPr marL="0" indent="0" algn="just">
              <a:buNone/>
            </a:pPr>
            <a:endParaRPr lang="en-IN" sz="2400" b="1" dirty="0"/>
          </a:p>
        </p:txBody>
      </p:sp>
    </p:spTree>
    <p:extLst>
      <p:ext uri="{BB962C8B-B14F-4D97-AF65-F5344CB8AC3E}">
        <p14:creationId xmlns:p14="http://schemas.microsoft.com/office/powerpoint/2010/main" val="29542390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C8606D-586A-ACAE-76A1-72B4C7F9B359}"/>
              </a:ext>
            </a:extLst>
          </p:cNvPr>
          <p:cNvSpPr>
            <a:spLocks noGrp="1"/>
          </p:cNvSpPr>
          <p:nvPr>
            <p:ph idx="1"/>
          </p:nvPr>
        </p:nvSpPr>
        <p:spPr>
          <a:xfrm>
            <a:off x="838200" y="1199535"/>
            <a:ext cx="10515600" cy="4977428"/>
          </a:xfrm>
        </p:spPr>
        <p:txBody>
          <a:bodyPr/>
          <a:lstStyle/>
          <a:p>
            <a:pPr algn="just">
              <a:buFont typeface="Wingdings" panose="05000000000000000000" pitchFamily="2" charset="2"/>
              <a:buChar char="Ø"/>
            </a:pPr>
            <a:r>
              <a:rPr lang="en-US" sz="2800" b="1" i="0" dirty="0">
                <a:solidFill>
                  <a:srgbClr val="343434"/>
                </a:solidFill>
                <a:effectLst/>
              </a:rPr>
              <a:t>Given several rooms (N), and several gold coins in N rooms. You have to find room numbers from where you will start and from where you will exit. If there is more than one solution possible, then you have to provide a solution with a smaller starting room number.</a:t>
            </a:r>
          </a:p>
          <a:p>
            <a:pPr marL="0" indent="0" algn="just">
              <a:buNone/>
            </a:pPr>
            <a:endParaRPr lang="en-US" sz="2800" b="1" i="0" dirty="0">
              <a:solidFill>
                <a:srgbClr val="343434"/>
              </a:solidFill>
              <a:effectLst/>
            </a:endParaRPr>
          </a:p>
          <a:p>
            <a:pPr marL="0" indent="0" algn="just">
              <a:buNone/>
            </a:pPr>
            <a:r>
              <a:rPr lang="en-US" sz="2800" b="1" i="0" dirty="0">
                <a:solidFill>
                  <a:srgbClr val="FF0000"/>
                </a:solidFill>
                <a:effectLst/>
              </a:rPr>
              <a:t>Hint: </a:t>
            </a:r>
          </a:p>
          <a:p>
            <a:pPr algn="just">
              <a:buFont typeface="Wingdings" panose="05000000000000000000" pitchFamily="2" charset="2"/>
              <a:buChar char="Ø"/>
            </a:pPr>
            <a:r>
              <a:rPr lang="en-US" sz="2800" b="1" i="0" dirty="0">
                <a:solidFill>
                  <a:srgbClr val="343434"/>
                </a:solidFill>
                <a:effectLst/>
              </a:rPr>
              <a:t>Find </a:t>
            </a:r>
            <a:r>
              <a:rPr lang="en-US" b="1" dirty="0">
                <a:solidFill>
                  <a:srgbClr val="343434"/>
                </a:solidFill>
              </a:rPr>
              <a:t>a You can assume that room numbers will start from 1 and end at N.</a:t>
            </a:r>
          </a:p>
          <a:p>
            <a:pPr algn="just">
              <a:buFont typeface="Wingdings" panose="05000000000000000000" pitchFamily="2" charset="2"/>
              <a:buChar char="Ø"/>
            </a:pPr>
            <a:r>
              <a:rPr lang="en-US" sz="2800" b="1" i="0" dirty="0">
                <a:solidFill>
                  <a:srgbClr val="343434"/>
                </a:solidFill>
                <a:effectLst/>
              </a:rPr>
              <a:t>continuous subsequence whose sum will be exactly equal to K.</a:t>
            </a:r>
          </a:p>
          <a:p>
            <a:endParaRPr lang="en-IN" dirty="0"/>
          </a:p>
        </p:txBody>
      </p:sp>
    </p:spTree>
    <p:extLst>
      <p:ext uri="{BB962C8B-B14F-4D97-AF65-F5344CB8AC3E}">
        <p14:creationId xmlns:p14="http://schemas.microsoft.com/office/powerpoint/2010/main" val="22590580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A4D50C-67C0-4002-FAB1-FEBBC3DFBD4A}"/>
              </a:ext>
            </a:extLst>
          </p:cNvPr>
          <p:cNvSpPr>
            <a:spLocks noGrp="1"/>
          </p:cNvSpPr>
          <p:nvPr>
            <p:ph idx="1"/>
          </p:nvPr>
        </p:nvSpPr>
        <p:spPr>
          <a:xfrm>
            <a:off x="838200" y="599768"/>
            <a:ext cx="10515600" cy="5577195"/>
          </a:xfrm>
        </p:spPr>
        <p:txBody>
          <a:bodyPr>
            <a:normAutofit/>
          </a:bodyPr>
          <a:lstStyle/>
          <a:p>
            <a:pPr marL="0" indent="0">
              <a:buNone/>
            </a:pPr>
            <a:r>
              <a:rPr lang="en-US" sz="2400" b="1" i="0" dirty="0">
                <a:solidFill>
                  <a:srgbClr val="FF0000"/>
                </a:solidFill>
                <a:effectLst/>
              </a:rPr>
              <a:t>Example 1:</a:t>
            </a:r>
          </a:p>
          <a:p>
            <a:pPr marL="0" indent="0">
              <a:buNone/>
            </a:pPr>
            <a:r>
              <a:rPr lang="en-US" sz="2400" b="1" i="0" dirty="0">
                <a:solidFill>
                  <a:srgbClr val="343434"/>
                </a:solidFill>
                <a:effectLst/>
              </a:rPr>
              <a:t>Input:</a:t>
            </a:r>
            <a:br>
              <a:rPr lang="en-US" sz="2400" b="0" i="0" dirty="0">
                <a:solidFill>
                  <a:srgbClr val="343434"/>
                </a:solidFill>
                <a:effectLst/>
              </a:rPr>
            </a:br>
            <a:r>
              <a:rPr lang="en-US" sz="2400" b="0" i="0" dirty="0">
                <a:solidFill>
                  <a:srgbClr val="343434"/>
                </a:solidFill>
                <a:effectLst/>
              </a:rPr>
              <a:t>10 15 -&gt; N =10, K = 15</a:t>
            </a:r>
            <a:br>
              <a:rPr lang="en-US" sz="2400" b="0" i="0" dirty="0">
                <a:solidFill>
                  <a:srgbClr val="343434"/>
                </a:solidFill>
                <a:effectLst/>
              </a:rPr>
            </a:br>
            <a:r>
              <a:rPr lang="en-US" sz="2400" b="0" i="0" dirty="0">
                <a:solidFill>
                  <a:srgbClr val="343434"/>
                </a:solidFill>
                <a:effectLst/>
              </a:rPr>
              <a:t>5 3 7 14 18 1 18 4 8 3 -&gt; Number of gold coins in each room.</a:t>
            </a:r>
          </a:p>
          <a:p>
            <a:pPr marL="0" indent="0">
              <a:buNone/>
            </a:pPr>
            <a:r>
              <a:rPr lang="en-US" sz="2400" b="1" i="0" dirty="0">
                <a:solidFill>
                  <a:srgbClr val="343434"/>
                </a:solidFill>
                <a:effectLst/>
              </a:rPr>
              <a:t>Output:</a:t>
            </a:r>
            <a:br>
              <a:rPr lang="en-US" sz="2400" b="0" i="0" dirty="0">
                <a:solidFill>
                  <a:srgbClr val="343434"/>
                </a:solidFill>
                <a:effectLst/>
              </a:rPr>
            </a:br>
            <a:r>
              <a:rPr lang="en-US" sz="2400" b="0" i="0" dirty="0">
                <a:solidFill>
                  <a:srgbClr val="343434"/>
                </a:solidFill>
                <a:effectLst/>
              </a:rPr>
              <a:t>1 3</a:t>
            </a:r>
          </a:p>
          <a:p>
            <a:pPr marL="0" indent="0">
              <a:buNone/>
            </a:pPr>
            <a:r>
              <a:rPr lang="en-US" sz="2400" b="1" i="0" dirty="0">
                <a:solidFill>
                  <a:srgbClr val="343434"/>
                </a:solidFill>
                <a:effectLst/>
              </a:rPr>
              <a:t>Explanation:</a:t>
            </a:r>
            <a:r>
              <a:rPr lang="en-US" sz="2400" b="0" i="0" dirty="0">
                <a:solidFill>
                  <a:srgbClr val="343434"/>
                </a:solidFill>
                <a:effectLst/>
              </a:rPr>
              <a:t> There are ten rooms in the house. You want to have the Total sum of gold coins in a continuous sequence of rooms to be 15 There are two solutions to this i.e. [1, 3] and [8, 10] then the solution with a smaller starting room number will be printed hence [1, 3] is output.</a:t>
            </a:r>
          </a:p>
          <a:p>
            <a:pPr marL="0" indent="0">
              <a:buNone/>
            </a:pPr>
            <a:endParaRPr lang="en-IN" sz="2400" dirty="0"/>
          </a:p>
        </p:txBody>
      </p:sp>
    </p:spTree>
    <p:extLst>
      <p:ext uri="{BB962C8B-B14F-4D97-AF65-F5344CB8AC3E}">
        <p14:creationId xmlns:p14="http://schemas.microsoft.com/office/powerpoint/2010/main" val="22014261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B46985-21CC-BA14-F9C5-EC27CC27312F}"/>
              </a:ext>
            </a:extLst>
          </p:cNvPr>
          <p:cNvSpPr>
            <a:spLocks noGrp="1"/>
          </p:cNvSpPr>
          <p:nvPr>
            <p:ph idx="1"/>
          </p:nvPr>
        </p:nvSpPr>
        <p:spPr>
          <a:xfrm>
            <a:off x="838200" y="776748"/>
            <a:ext cx="10515600" cy="5400215"/>
          </a:xfrm>
        </p:spPr>
        <p:txBody>
          <a:bodyPr>
            <a:normAutofit/>
          </a:bodyPr>
          <a:lstStyle/>
          <a:p>
            <a:pPr marL="0" indent="0">
              <a:buNone/>
            </a:pPr>
            <a:r>
              <a:rPr lang="en-IN" b="1" dirty="0"/>
              <a:t>def fun(n, k, </a:t>
            </a:r>
            <a:r>
              <a:rPr lang="en-IN" b="1" dirty="0" err="1"/>
              <a:t>arr</a:t>
            </a:r>
            <a:r>
              <a:rPr lang="en-IN" b="1" dirty="0"/>
              <a:t>):</a:t>
            </a:r>
          </a:p>
          <a:p>
            <a:pPr marL="0" indent="0">
              <a:buNone/>
            </a:pPr>
            <a:r>
              <a:rPr lang="en-IN" b="1" dirty="0"/>
              <a:t>    for </a:t>
            </a:r>
            <a:r>
              <a:rPr lang="en-IN" b="1" dirty="0" err="1"/>
              <a:t>i</a:t>
            </a:r>
            <a:r>
              <a:rPr lang="en-IN" b="1" dirty="0"/>
              <a:t> in range(n - 1):</a:t>
            </a:r>
          </a:p>
          <a:p>
            <a:pPr marL="0" indent="0">
              <a:buNone/>
            </a:pPr>
            <a:r>
              <a:rPr lang="en-IN" b="1" dirty="0"/>
              <a:t>        for j in range(</a:t>
            </a:r>
            <a:r>
              <a:rPr lang="en-IN" b="1" dirty="0" err="1"/>
              <a:t>i</a:t>
            </a:r>
            <a:r>
              <a:rPr lang="en-IN" b="1" dirty="0"/>
              <a:t>, n):</a:t>
            </a:r>
          </a:p>
          <a:p>
            <a:pPr marL="0" indent="0">
              <a:buNone/>
            </a:pPr>
            <a:r>
              <a:rPr lang="en-IN" b="1" dirty="0"/>
              <a:t>            if sum(</a:t>
            </a:r>
            <a:r>
              <a:rPr lang="en-IN" b="1" dirty="0" err="1"/>
              <a:t>arr</a:t>
            </a:r>
            <a:r>
              <a:rPr lang="en-IN" b="1" dirty="0"/>
              <a:t>[</a:t>
            </a:r>
            <a:r>
              <a:rPr lang="en-IN" b="1" dirty="0" err="1"/>
              <a:t>i:j</a:t>
            </a:r>
            <a:r>
              <a:rPr lang="en-IN" b="1" dirty="0"/>
              <a:t>]) == k:</a:t>
            </a:r>
          </a:p>
          <a:p>
            <a:pPr marL="0" indent="0">
              <a:buNone/>
            </a:pPr>
            <a:r>
              <a:rPr lang="en-IN" b="1" dirty="0"/>
              <a:t>                return [</a:t>
            </a:r>
            <a:r>
              <a:rPr lang="en-IN" b="1" dirty="0" err="1"/>
              <a:t>i</a:t>
            </a:r>
            <a:r>
              <a:rPr lang="en-IN" b="1" dirty="0"/>
              <a:t> + 1, j]</a:t>
            </a:r>
          </a:p>
          <a:p>
            <a:pPr marL="0" indent="0">
              <a:buNone/>
            </a:pPr>
            <a:endParaRPr lang="en-IN" b="1" dirty="0"/>
          </a:p>
          <a:p>
            <a:pPr marL="0" indent="0">
              <a:buNone/>
            </a:pPr>
            <a:r>
              <a:rPr lang="en-IN" b="1" dirty="0"/>
              <a:t>n, k = map(int, input().split())</a:t>
            </a:r>
          </a:p>
          <a:p>
            <a:pPr marL="0" indent="0">
              <a:buNone/>
            </a:pPr>
            <a:r>
              <a:rPr lang="en-IN" b="1" dirty="0" err="1"/>
              <a:t>arr</a:t>
            </a:r>
            <a:r>
              <a:rPr lang="en-IN" b="1" dirty="0"/>
              <a:t> = list(map(int, input().split()))</a:t>
            </a:r>
          </a:p>
          <a:p>
            <a:pPr marL="0" indent="0">
              <a:buNone/>
            </a:pPr>
            <a:r>
              <a:rPr lang="en-IN" b="1" dirty="0"/>
              <a:t>s = fun(n, k, </a:t>
            </a:r>
            <a:r>
              <a:rPr lang="en-IN" b="1" dirty="0" err="1"/>
              <a:t>arr</a:t>
            </a:r>
            <a:r>
              <a:rPr lang="en-IN" b="1" dirty="0"/>
              <a:t>)</a:t>
            </a:r>
          </a:p>
          <a:p>
            <a:pPr marL="0" indent="0">
              <a:buNone/>
            </a:pPr>
            <a:r>
              <a:rPr lang="en-IN" b="1" dirty="0"/>
              <a:t>print(s[0], s[1])</a:t>
            </a:r>
          </a:p>
          <a:p>
            <a:pPr marL="0" indent="0">
              <a:buNone/>
            </a:pPr>
            <a:endParaRPr lang="en-IN" b="1" dirty="0"/>
          </a:p>
        </p:txBody>
      </p:sp>
    </p:spTree>
    <p:extLst>
      <p:ext uri="{BB962C8B-B14F-4D97-AF65-F5344CB8AC3E}">
        <p14:creationId xmlns:p14="http://schemas.microsoft.com/office/powerpoint/2010/main" val="37870825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09D89-A39A-ED36-8EAF-97C52DE12BB0}"/>
              </a:ext>
            </a:extLst>
          </p:cNvPr>
          <p:cNvSpPr>
            <a:spLocks noGrp="1"/>
          </p:cNvSpPr>
          <p:nvPr>
            <p:ph type="title"/>
          </p:nvPr>
        </p:nvSpPr>
        <p:spPr>
          <a:xfrm>
            <a:off x="838200" y="88489"/>
            <a:ext cx="10515600" cy="592547"/>
          </a:xfrm>
        </p:spPr>
        <p:txBody>
          <a:bodyPr>
            <a:normAutofit/>
          </a:bodyPr>
          <a:lstStyle/>
          <a:p>
            <a:r>
              <a:rPr lang="en-US" sz="3000" b="1" dirty="0">
                <a:solidFill>
                  <a:srgbClr val="FF0000"/>
                </a:solidFill>
                <a:latin typeface="+mn-lt"/>
              </a:rPr>
              <a:t>Problem Statement 4</a:t>
            </a:r>
            <a:endParaRPr lang="en-IN" sz="3000" b="1" dirty="0">
              <a:solidFill>
                <a:srgbClr val="FF0000"/>
              </a:solidFill>
              <a:latin typeface="+mn-lt"/>
            </a:endParaRPr>
          </a:p>
        </p:txBody>
      </p:sp>
      <p:sp>
        <p:nvSpPr>
          <p:cNvPr id="3" name="Content Placeholder 2">
            <a:extLst>
              <a:ext uri="{FF2B5EF4-FFF2-40B4-BE49-F238E27FC236}">
                <a16:creationId xmlns:a16="http://schemas.microsoft.com/office/drawing/2014/main" id="{97CD63E4-5BB3-55C1-B099-A175DDCDBA24}"/>
              </a:ext>
            </a:extLst>
          </p:cNvPr>
          <p:cNvSpPr>
            <a:spLocks noGrp="1"/>
          </p:cNvSpPr>
          <p:nvPr>
            <p:ph idx="1"/>
          </p:nvPr>
        </p:nvSpPr>
        <p:spPr>
          <a:xfrm>
            <a:off x="838200" y="757084"/>
            <a:ext cx="10515600" cy="5419879"/>
          </a:xfrm>
        </p:spPr>
        <p:txBody>
          <a:bodyPr>
            <a:normAutofit lnSpcReduction="10000"/>
          </a:bodyPr>
          <a:lstStyle/>
          <a:p>
            <a:pPr>
              <a:buFont typeface="Wingdings" panose="05000000000000000000" pitchFamily="2" charset="2"/>
              <a:buChar char="Ø"/>
            </a:pPr>
            <a:r>
              <a:rPr lang="en-US" sz="2400" b="1" i="0" dirty="0">
                <a:solidFill>
                  <a:srgbClr val="343434"/>
                </a:solidFill>
                <a:effectLst/>
              </a:rPr>
              <a:t>Jack is a sports teacher at St. Patrick’s School. He makes games not only to make the student fit but So smart. So, he lined up all the N number classes. of students in his class. At each position, he has fixed a board with the Integer number printed on it. Each number is unique and in exactly the range of N. Let us say there are 10 students, then the boards will be printed with numbers from 1 to 10 in a random order given by the sequence A[ ]. As a rule, all students wear a jersey with their numbers printed on it. So if there are students, each will have a unique jersey number just like a football team. Now, in the beginning, all the students will stand as per the increasing order of their jersey numbers, from left to right. The only difference will be their respective board number which is placed at their respective location. The board location is fixed and cannot be changed. We can consider the arrangement as below. Suppose there are students, and the board is placed in the order of [2 3 1 5 4].</a:t>
            </a:r>
          </a:p>
          <a:p>
            <a:pPr marL="0" indent="0">
              <a:buNone/>
            </a:pPr>
            <a:br>
              <a:rPr lang="en-US" sz="2400" b="1" i="0" dirty="0">
                <a:solidFill>
                  <a:srgbClr val="343434"/>
                </a:solidFill>
                <a:effectLst/>
              </a:rPr>
            </a:br>
            <a:r>
              <a:rPr lang="en-US" sz="2400" b="1" i="0" dirty="0">
                <a:solidFill>
                  <a:srgbClr val="343434"/>
                </a:solidFill>
                <a:effectLst/>
              </a:rPr>
              <a:t>Board — 2, 3, 1, 5, 4</a:t>
            </a:r>
            <a:br>
              <a:rPr lang="en-US" sz="2400" b="1" i="0" dirty="0">
                <a:solidFill>
                  <a:srgbClr val="343434"/>
                </a:solidFill>
                <a:effectLst/>
              </a:rPr>
            </a:br>
            <a:r>
              <a:rPr lang="en-US" sz="2400" b="1" i="0" dirty="0">
                <a:solidFill>
                  <a:srgbClr val="343434"/>
                </a:solidFill>
                <a:effectLst/>
              </a:rPr>
              <a:t>Student’s Jersey — 1, 2, 3, 4, 5</a:t>
            </a:r>
            <a:endParaRPr lang="en-IN" sz="2400" b="1" dirty="0"/>
          </a:p>
        </p:txBody>
      </p:sp>
    </p:spTree>
    <p:extLst>
      <p:ext uri="{BB962C8B-B14F-4D97-AF65-F5344CB8AC3E}">
        <p14:creationId xmlns:p14="http://schemas.microsoft.com/office/powerpoint/2010/main" val="25199757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A08497-41D9-4DC8-59DD-9AEC70449D3C}"/>
              </a:ext>
            </a:extLst>
          </p:cNvPr>
          <p:cNvSpPr>
            <a:spLocks noGrp="1"/>
          </p:cNvSpPr>
          <p:nvPr>
            <p:ph idx="1"/>
          </p:nvPr>
        </p:nvSpPr>
        <p:spPr>
          <a:xfrm>
            <a:off x="838200" y="580103"/>
            <a:ext cx="10515600" cy="5596860"/>
          </a:xfrm>
        </p:spPr>
        <p:txBody>
          <a:bodyPr>
            <a:normAutofit/>
          </a:bodyPr>
          <a:lstStyle/>
          <a:p>
            <a:pPr marL="0" indent="0" algn="l">
              <a:buNone/>
            </a:pPr>
            <a:r>
              <a:rPr lang="en-US" sz="2400" b="1" i="0" dirty="0">
                <a:solidFill>
                  <a:srgbClr val="343434"/>
                </a:solidFill>
                <a:effectLst/>
              </a:rPr>
              <a:t>Now the game begins</a:t>
            </a:r>
          </a:p>
          <a:p>
            <a:pPr marL="0" indent="0" algn="l">
              <a:buNone/>
            </a:pPr>
            <a:endParaRPr lang="en-US" sz="2400" b="1" i="0" dirty="0">
              <a:solidFill>
                <a:srgbClr val="343434"/>
              </a:solidFill>
              <a:effectLst/>
            </a:endParaRPr>
          </a:p>
          <a:p>
            <a:pPr algn="l">
              <a:buFont typeface="Wingdings" panose="05000000000000000000" pitchFamily="2" charset="2"/>
              <a:buChar char="Ø"/>
            </a:pPr>
            <a:r>
              <a:rPr lang="en-US" sz="2400" b="1" i="0" dirty="0">
                <a:solidFill>
                  <a:srgbClr val="343434"/>
                </a:solidFill>
                <a:effectLst/>
              </a:rPr>
              <a:t>After every beat of the drum, each student will have to move to that location (index), where his board is pointing to. In the above case student with jersey #1 is standing with board #2, so now he will have to move to location #2. Similarly, all the other students will do.</a:t>
            </a:r>
          </a:p>
          <a:p>
            <a:pPr algn="l">
              <a:buFont typeface="Wingdings" panose="05000000000000000000" pitchFamily="2" charset="2"/>
              <a:buChar char="Ø"/>
            </a:pPr>
            <a:r>
              <a:rPr lang="en-US" sz="2400" b="1" i="0" dirty="0">
                <a:solidFill>
                  <a:srgbClr val="343434"/>
                </a:solidFill>
                <a:effectLst/>
              </a:rPr>
              <a:t>So after the first beat of the drum, the alignment will be:</a:t>
            </a:r>
            <a:br>
              <a:rPr lang="en-US" sz="2400" b="1" i="0" dirty="0">
                <a:solidFill>
                  <a:srgbClr val="343434"/>
                </a:solidFill>
                <a:effectLst/>
              </a:rPr>
            </a:br>
            <a:r>
              <a:rPr lang="en-US" sz="2400" b="1" i="0" dirty="0">
                <a:solidFill>
                  <a:srgbClr val="343434"/>
                </a:solidFill>
                <a:effectLst/>
              </a:rPr>
              <a:t>Board — 2, 3, 1, 5, 4.</a:t>
            </a:r>
            <a:br>
              <a:rPr lang="en-US" sz="2400" b="1" i="0" dirty="0">
                <a:solidFill>
                  <a:srgbClr val="343434"/>
                </a:solidFill>
                <a:effectLst/>
              </a:rPr>
            </a:br>
            <a:r>
              <a:rPr lang="en-US" sz="2400" b="1" i="0" dirty="0">
                <a:solidFill>
                  <a:srgbClr val="343434"/>
                </a:solidFill>
                <a:effectLst/>
              </a:rPr>
              <a:t>This keeps going on and on until all the students are back to the way they were at the beginning. So, after 6 beats of the drum, all the students will be aligned the same way as before.</a:t>
            </a:r>
          </a:p>
          <a:p>
            <a:pPr algn="l">
              <a:buFont typeface="Wingdings" panose="05000000000000000000" pitchFamily="2" charset="2"/>
              <a:buChar char="Ø"/>
            </a:pPr>
            <a:r>
              <a:rPr lang="en-US" sz="2400" b="1" i="0" dirty="0">
                <a:solidFill>
                  <a:srgbClr val="343434"/>
                </a:solidFill>
                <a:effectLst/>
              </a:rPr>
              <a:t>Given N and the order of the board of the respective positions, find the number of beats required to bring back the students to their original position.</a:t>
            </a:r>
            <a:br>
              <a:rPr lang="en-US" sz="2400" b="1" i="0" dirty="0">
                <a:solidFill>
                  <a:srgbClr val="343434"/>
                </a:solidFill>
                <a:effectLst/>
              </a:rPr>
            </a:br>
            <a:r>
              <a:rPr lang="en-US" sz="2400" b="1" i="0" dirty="0">
                <a:solidFill>
                  <a:srgbClr val="343434"/>
                </a:solidFill>
                <a:effectLst/>
              </a:rPr>
              <a:t>So, for the above case, the answer is 6</a:t>
            </a:r>
          </a:p>
          <a:p>
            <a:pPr>
              <a:buFont typeface="Wingdings" panose="05000000000000000000" pitchFamily="2" charset="2"/>
              <a:buChar char="Ø"/>
            </a:pPr>
            <a:endParaRPr lang="en-IN" sz="2400" b="1" dirty="0"/>
          </a:p>
        </p:txBody>
      </p:sp>
    </p:spTree>
    <p:extLst>
      <p:ext uri="{BB962C8B-B14F-4D97-AF65-F5344CB8AC3E}">
        <p14:creationId xmlns:p14="http://schemas.microsoft.com/office/powerpoint/2010/main" val="38381192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9540E3-6C35-1D5C-68C5-F836A34BB328}"/>
              </a:ext>
            </a:extLst>
          </p:cNvPr>
          <p:cNvSpPr>
            <a:spLocks noGrp="1"/>
          </p:cNvSpPr>
          <p:nvPr>
            <p:ph idx="1"/>
          </p:nvPr>
        </p:nvSpPr>
        <p:spPr>
          <a:xfrm>
            <a:off x="838200" y="245806"/>
            <a:ext cx="10515600" cy="5931157"/>
          </a:xfrm>
        </p:spPr>
        <p:txBody>
          <a:bodyPr>
            <a:normAutofit/>
          </a:bodyPr>
          <a:lstStyle/>
          <a:p>
            <a:pPr marL="0" indent="0" algn="l">
              <a:buNone/>
            </a:pPr>
            <a:r>
              <a:rPr lang="en-US" sz="2400" b="1" i="0" dirty="0">
                <a:solidFill>
                  <a:srgbClr val="FF0000"/>
                </a:solidFill>
                <a:effectLst/>
              </a:rPr>
              <a:t>Example 1:</a:t>
            </a:r>
            <a:endParaRPr lang="en-US" sz="2400" b="0" i="0" dirty="0">
              <a:solidFill>
                <a:srgbClr val="FF0000"/>
              </a:solidFill>
              <a:effectLst/>
            </a:endParaRPr>
          </a:p>
          <a:p>
            <a:pPr marL="0" indent="0" algn="l">
              <a:buNone/>
            </a:pPr>
            <a:r>
              <a:rPr lang="en-US" sz="2400" b="1" i="0" dirty="0">
                <a:solidFill>
                  <a:srgbClr val="343434"/>
                </a:solidFill>
                <a:effectLst/>
              </a:rPr>
              <a:t>Input:</a:t>
            </a:r>
            <a:br>
              <a:rPr lang="en-US" sz="2400" b="0" i="0" dirty="0">
                <a:solidFill>
                  <a:srgbClr val="343434"/>
                </a:solidFill>
                <a:effectLst/>
              </a:rPr>
            </a:br>
            <a:r>
              <a:rPr lang="en-US" sz="2400" b="0" i="0" dirty="0">
                <a:solidFill>
                  <a:srgbClr val="343434"/>
                </a:solidFill>
                <a:effectLst/>
              </a:rPr>
              <a:t>3 -&gt; Input integer, N</a:t>
            </a:r>
            <a:br>
              <a:rPr lang="en-US" sz="2400" b="0" i="0" dirty="0">
                <a:solidFill>
                  <a:srgbClr val="343434"/>
                </a:solidFill>
                <a:effectLst/>
              </a:rPr>
            </a:br>
            <a:r>
              <a:rPr lang="en-US" sz="2400" b="0" i="0" dirty="0">
                <a:solidFill>
                  <a:srgbClr val="343434"/>
                </a:solidFill>
                <a:effectLst/>
              </a:rPr>
              <a:t>{1, 2, 3} -&gt;Input integer. B[], board alignment.</a:t>
            </a:r>
          </a:p>
          <a:p>
            <a:pPr marL="0" indent="0" algn="l">
              <a:buNone/>
            </a:pPr>
            <a:r>
              <a:rPr lang="en-US" sz="2400" b="1" i="0" dirty="0">
                <a:solidFill>
                  <a:srgbClr val="343434"/>
                </a:solidFill>
                <a:effectLst/>
              </a:rPr>
              <a:t>Output:</a:t>
            </a:r>
            <a:br>
              <a:rPr lang="en-US" sz="2400" b="0" i="0" dirty="0">
                <a:solidFill>
                  <a:srgbClr val="343434"/>
                </a:solidFill>
                <a:effectLst/>
              </a:rPr>
            </a:br>
            <a:r>
              <a:rPr lang="en-US" sz="2400" b="0" i="0" dirty="0">
                <a:solidFill>
                  <a:srgbClr val="343434"/>
                </a:solidFill>
                <a:effectLst/>
              </a:rPr>
              <a:t>1 -&gt; Output</a:t>
            </a:r>
          </a:p>
          <a:p>
            <a:pPr marL="0" indent="0" algn="l">
              <a:buNone/>
            </a:pPr>
            <a:r>
              <a:rPr lang="en-US" sz="2400" b="1" i="0" dirty="0">
                <a:solidFill>
                  <a:srgbClr val="343434"/>
                </a:solidFill>
                <a:effectLst/>
              </a:rPr>
              <a:t>Explanation:</a:t>
            </a:r>
            <a:br>
              <a:rPr lang="en-US" sz="2400" b="0" i="0" dirty="0">
                <a:solidFill>
                  <a:srgbClr val="343434"/>
                </a:solidFill>
                <a:effectLst/>
              </a:rPr>
            </a:br>
            <a:r>
              <a:rPr lang="en-US" sz="2400" b="0" i="0" dirty="0">
                <a:solidFill>
                  <a:srgbClr val="343434"/>
                </a:solidFill>
                <a:effectLst/>
              </a:rPr>
              <a:t>All the students will be standing in board positions;</a:t>
            </a:r>
            <a:br>
              <a:rPr lang="en-US" sz="2400" b="0" i="0" dirty="0">
                <a:solidFill>
                  <a:srgbClr val="343434"/>
                </a:solidFill>
                <a:effectLst/>
              </a:rPr>
            </a:br>
            <a:r>
              <a:rPr lang="en-US" sz="2400" b="0" i="0" dirty="0">
                <a:solidFill>
                  <a:srgbClr val="343434"/>
                </a:solidFill>
                <a:effectLst/>
              </a:rPr>
              <a:t>Board — 1, 2, 3</a:t>
            </a:r>
            <a:br>
              <a:rPr lang="en-US" sz="2400" b="0" i="0" dirty="0">
                <a:solidFill>
                  <a:srgbClr val="343434"/>
                </a:solidFill>
                <a:effectLst/>
              </a:rPr>
            </a:br>
            <a:r>
              <a:rPr lang="en-US" sz="2400" b="0" i="0" dirty="0">
                <a:solidFill>
                  <a:srgbClr val="343434"/>
                </a:solidFill>
                <a:effectLst/>
              </a:rPr>
              <a:t>Student’s Jersey –1, 2, 3After the first beat of the drum:</a:t>
            </a:r>
            <a:br>
              <a:rPr lang="en-US" sz="2400" b="0" i="0" dirty="0">
                <a:solidFill>
                  <a:srgbClr val="343434"/>
                </a:solidFill>
                <a:effectLst/>
              </a:rPr>
            </a:br>
            <a:r>
              <a:rPr lang="en-US" sz="2400" b="0" i="0" dirty="0">
                <a:solidFill>
                  <a:srgbClr val="343434"/>
                </a:solidFill>
                <a:effectLst/>
              </a:rPr>
              <a:t>Jersey #1 will move to index 1.</a:t>
            </a:r>
            <a:br>
              <a:rPr lang="en-US" sz="2400" b="0" i="0" dirty="0">
                <a:solidFill>
                  <a:srgbClr val="343434"/>
                </a:solidFill>
                <a:effectLst/>
              </a:rPr>
            </a:br>
            <a:r>
              <a:rPr lang="en-US" sz="2400" b="0" i="0" dirty="0">
                <a:solidFill>
                  <a:srgbClr val="343434"/>
                </a:solidFill>
                <a:effectLst/>
              </a:rPr>
              <a:t>Jersey #2 will move to index 2.</a:t>
            </a:r>
            <a:br>
              <a:rPr lang="en-US" sz="2400" b="0" i="0" dirty="0">
                <a:solidFill>
                  <a:srgbClr val="343434"/>
                </a:solidFill>
                <a:effectLst/>
              </a:rPr>
            </a:br>
            <a:r>
              <a:rPr lang="en-US" sz="2400" b="0" i="0" dirty="0">
                <a:solidFill>
                  <a:srgbClr val="343434"/>
                </a:solidFill>
                <a:effectLst/>
              </a:rPr>
              <a:t>Jersey #3 will move to index 3.</a:t>
            </a:r>
            <a:br>
              <a:rPr lang="en-US" sz="2400" b="0" i="0" dirty="0">
                <a:solidFill>
                  <a:srgbClr val="343434"/>
                </a:solidFill>
                <a:effectLst/>
              </a:rPr>
            </a:br>
            <a:r>
              <a:rPr lang="en-US" sz="2400" b="0" i="0" dirty="0">
                <a:solidFill>
                  <a:srgbClr val="343434"/>
                </a:solidFill>
                <a:effectLst/>
              </a:rPr>
              <a:t>Hence, they will be back in their position in just 1 beat.</a:t>
            </a:r>
            <a:br>
              <a:rPr lang="en-US" sz="2400" b="0" i="0" dirty="0">
                <a:solidFill>
                  <a:srgbClr val="343434"/>
                </a:solidFill>
                <a:effectLst/>
              </a:rPr>
            </a:br>
            <a:r>
              <a:rPr lang="en-US" sz="2400" b="1" i="0" dirty="0">
                <a:solidFill>
                  <a:srgbClr val="343434"/>
                </a:solidFill>
                <a:effectLst/>
              </a:rPr>
              <a:t>So, the answer is 1.</a:t>
            </a:r>
            <a:endParaRPr lang="en-US" sz="2400" b="0" i="0" dirty="0">
              <a:solidFill>
                <a:srgbClr val="343434"/>
              </a:solidFill>
              <a:effectLst/>
            </a:endParaRPr>
          </a:p>
          <a:p>
            <a:pPr marL="0" indent="0">
              <a:buNone/>
            </a:pPr>
            <a:endParaRPr lang="en-IN" sz="2400" dirty="0"/>
          </a:p>
        </p:txBody>
      </p:sp>
    </p:spTree>
    <p:extLst>
      <p:ext uri="{BB962C8B-B14F-4D97-AF65-F5344CB8AC3E}">
        <p14:creationId xmlns:p14="http://schemas.microsoft.com/office/powerpoint/2010/main" val="35411081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E8D224-CB36-ADA7-EEBE-CD897983E79B}"/>
              </a:ext>
            </a:extLst>
          </p:cNvPr>
          <p:cNvSpPr>
            <a:spLocks noGrp="1"/>
          </p:cNvSpPr>
          <p:nvPr>
            <p:ph idx="4294967295"/>
          </p:nvPr>
        </p:nvSpPr>
        <p:spPr>
          <a:xfrm>
            <a:off x="471948" y="68264"/>
            <a:ext cx="5011277" cy="6789736"/>
          </a:xfrm>
        </p:spPr>
        <p:txBody>
          <a:bodyPr>
            <a:noAutofit/>
          </a:bodyPr>
          <a:lstStyle/>
          <a:p>
            <a:pPr marL="0" indent="0" algn="l">
              <a:spcBef>
                <a:spcPts val="0"/>
              </a:spcBef>
              <a:buNone/>
            </a:pPr>
            <a:r>
              <a:rPr lang="en-US" sz="1700" b="1" i="0" dirty="0">
                <a:solidFill>
                  <a:srgbClr val="FF0000"/>
                </a:solidFill>
                <a:effectLst/>
              </a:rPr>
              <a:t>Example 2:</a:t>
            </a:r>
            <a:endParaRPr lang="en-US" sz="1700" b="0" i="0" dirty="0">
              <a:solidFill>
                <a:srgbClr val="FF0000"/>
              </a:solidFill>
              <a:effectLst/>
            </a:endParaRPr>
          </a:p>
          <a:p>
            <a:pPr marL="0" indent="0" algn="l">
              <a:spcBef>
                <a:spcPts val="0"/>
              </a:spcBef>
              <a:buNone/>
            </a:pPr>
            <a:r>
              <a:rPr lang="en-US" sz="1700" b="1" i="0" dirty="0">
                <a:solidFill>
                  <a:srgbClr val="343434"/>
                </a:solidFill>
                <a:effectLst/>
              </a:rPr>
              <a:t>Input:</a:t>
            </a:r>
            <a:br>
              <a:rPr lang="en-US" sz="1700" b="0" i="0" dirty="0">
                <a:solidFill>
                  <a:srgbClr val="343434"/>
                </a:solidFill>
                <a:effectLst/>
              </a:rPr>
            </a:br>
            <a:r>
              <a:rPr lang="en-US" sz="1700" b="0" i="0" dirty="0">
                <a:solidFill>
                  <a:srgbClr val="343434"/>
                </a:solidFill>
                <a:effectLst/>
              </a:rPr>
              <a:t>5 -&gt; Input integer, N</a:t>
            </a:r>
            <a:br>
              <a:rPr lang="en-US" sz="1700" b="0" i="0" dirty="0">
                <a:solidFill>
                  <a:srgbClr val="343434"/>
                </a:solidFill>
                <a:effectLst/>
              </a:rPr>
            </a:br>
            <a:r>
              <a:rPr lang="en-US" sz="1700" b="0" i="0" dirty="0">
                <a:solidFill>
                  <a:srgbClr val="343434"/>
                </a:solidFill>
                <a:effectLst/>
              </a:rPr>
              <a:t>{2, 3, 1, 5, 4} -&gt; Input integer, B[ ], board alignment.</a:t>
            </a:r>
          </a:p>
          <a:p>
            <a:pPr marL="0" indent="0" algn="l">
              <a:spcBef>
                <a:spcPts val="0"/>
              </a:spcBef>
              <a:buNone/>
            </a:pPr>
            <a:r>
              <a:rPr lang="en-US" sz="1700" b="1" i="0" dirty="0">
                <a:solidFill>
                  <a:srgbClr val="343434"/>
                </a:solidFill>
                <a:effectLst/>
              </a:rPr>
              <a:t>Output:</a:t>
            </a:r>
            <a:br>
              <a:rPr lang="en-US" sz="1700" b="0" i="0" dirty="0">
                <a:solidFill>
                  <a:srgbClr val="343434"/>
                </a:solidFill>
                <a:effectLst/>
              </a:rPr>
            </a:br>
            <a:r>
              <a:rPr lang="en-US" sz="1700" b="0" i="0" dirty="0">
                <a:solidFill>
                  <a:srgbClr val="343434"/>
                </a:solidFill>
                <a:effectLst/>
              </a:rPr>
              <a:t>6 -&gt; Output</a:t>
            </a:r>
          </a:p>
          <a:p>
            <a:pPr marL="0" indent="0" algn="l">
              <a:spcBef>
                <a:spcPts val="0"/>
              </a:spcBef>
              <a:buNone/>
            </a:pPr>
            <a:r>
              <a:rPr lang="en-US" sz="1700" b="1" i="0" dirty="0">
                <a:solidFill>
                  <a:srgbClr val="343434"/>
                </a:solidFill>
                <a:effectLst/>
              </a:rPr>
              <a:t>Explanation:</a:t>
            </a:r>
            <a:br>
              <a:rPr lang="en-US" sz="1700" b="0" i="0" dirty="0">
                <a:solidFill>
                  <a:srgbClr val="343434"/>
                </a:solidFill>
                <a:effectLst/>
              </a:rPr>
            </a:br>
            <a:r>
              <a:rPr lang="en-US" sz="1700" b="0" i="0" dirty="0">
                <a:solidFill>
                  <a:srgbClr val="343434"/>
                </a:solidFill>
                <a:effectLst/>
              </a:rPr>
              <a:t>All the students will be standing as below, with the board positions:</a:t>
            </a:r>
            <a:br>
              <a:rPr lang="en-US" sz="1700" b="0" i="0" dirty="0">
                <a:solidFill>
                  <a:srgbClr val="343434"/>
                </a:solidFill>
                <a:effectLst/>
              </a:rPr>
            </a:br>
            <a:r>
              <a:rPr lang="en-US" sz="1700" b="0" i="0" dirty="0">
                <a:solidFill>
                  <a:srgbClr val="343434"/>
                </a:solidFill>
                <a:effectLst/>
              </a:rPr>
              <a:t>Board — 2, 3, 1, 5, 4</a:t>
            </a:r>
            <a:br>
              <a:rPr lang="en-US" sz="1700" b="0" i="0" dirty="0">
                <a:solidFill>
                  <a:srgbClr val="343434"/>
                </a:solidFill>
                <a:effectLst/>
              </a:rPr>
            </a:br>
            <a:r>
              <a:rPr lang="en-US" sz="1700" b="0" i="0" dirty="0">
                <a:solidFill>
                  <a:srgbClr val="343434"/>
                </a:solidFill>
                <a:effectLst/>
              </a:rPr>
              <a:t>Student’s Jersey — 1, 2, 3, 4, 5After Beat-1of the drum:</a:t>
            </a:r>
            <a:br>
              <a:rPr lang="en-US" sz="1700" b="0" i="0" dirty="0">
                <a:solidFill>
                  <a:srgbClr val="343434"/>
                </a:solidFill>
                <a:effectLst/>
              </a:rPr>
            </a:br>
            <a:r>
              <a:rPr lang="en-US" sz="1700" b="0" i="0" dirty="0">
                <a:solidFill>
                  <a:srgbClr val="343434"/>
                </a:solidFill>
                <a:effectLst/>
              </a:rPr>
              <a:t>Jersey #1 has moved to index 2.</a:t>
            </a:r>
            <a:br>
              <a:rPr lang="en-US" sz="1700" b="0" i="0" dirty="0">
                <a:solidFill>
                  <a:srgbClr val="343434"/>
                </a:solidFill>
                <a:effectLst/>
              </a:rPr>
            </a:br>
            <a:r>
              <a:rPr lang="en-US" sz="1700" b="0" i="0" dirty="0">
                <a:solidFill>
                  <a:srgbClr val="343434"/>
                </a:solidFill>
                <a:effectLst/>
              </a:rPr>
              <a:t>Jersey #2 has moved to index 3.</a:t>
            </a:r>
            <a:br>
              <a:rPr lang="en-US" sz="1700" b="0" i="0" dirty="0">
                <a:solidFill>
                  <a:srgbClr val="343434"/>
                </a:solidFill>
                <a:effectLst/>
              </a:rPr>
            </a:br>
            <a:r>
              <a:rPr lang="en-US" sz="1700" b="0" i="0" dirty="0">
                <a:solidFill>
                  <a:srgbClr val="343434"/>
                </a:solidFill>
                <a:effectLst/>
              </a:rPr>
              <a:t>Jersey #3 has moved to index 1.</a:t>
            </a:r>
            <a:br>
              <a:rPr lang="en-US" sz="1700" b="0" i="0" dirty="0">
                <a:solidFill>
                  <a:srgbClr val="343434"/>
                </a:solidFill>
                <a:effectLst/>
              </a:rPr>
            </a:br>
            <a:r>
              <a:rPr lang="en-US" sz="1700" b="0" i="0" dirty="0">
                <a:solidFill>
                  <a:srgbClr val="343434"/>
                </a:solidFill>
                <a:effectLst/>
              </a:rPr>
              <a:t>Jersey #4 has moved to index 5.</a:t>
            </a:r>
            <a:br>
              <a:rPr lang="en-US" sz="1700" b="0" i="0" dirty="0">
                <a:solidFill>
                  <a:srgbClr val="343434"/>
                </a:solidFill>
                <a:effectLst/>
              </a:rPr>
            </a:br>
            <a:r>
              <a:rPr lang="en-US" sz="1700" b="0" i="0" dirty="0">
                <a:solidFill>
                  <a:srgbClr val="343434"/>
                </a:solidFill>
                <a:effectLst/>
              </a:rPr>
              <a:t>Jersey #5 has moved to index 4.</a:t>
            </a:r>
          </a:p>
          <a:p>
            <a:pPr marL="0" indent="0" algn="l">
              <a:spcBef>
                <a:spcPts val="0"/>
              </a:spcBef>
              <a:buNone/>
            </a:pPr>
            <a:r>
              <a:rPr lang="en-US" sz="1700" b="0" i="0" dirty="0">
                <a:solidFill>
                  <a:srgbClr val="343434"/>
                </a:solidFill>
                <a:effectLst/>
              </a:rPr>
              <a:t>Board – 2, 3, 1, 5, 4</a:t>
            </a:r>
            <a:br>
              <a:rPr lang="en-US" sz="1700" b="0" i="0" dirty="0">
                <a:solidFill>
                  <a:srgbClr val="343434"/>
                </a:solidFill>
                <a:effectLst/>
              </a:rPr>
            </a:br>
            <a:r>
              <a:rPr lang="en-US" sz="1700" b="0" i="0" dirty="0">
                <a:solidFill>
                  <a:srgbClr val="343434"/>
                </a:solidFill>
                <a:effectLst/>
              </a:rPr>
              <a:t>Student’s Jersey — 3, 1, 2, 5, 4</a:t>
            </a:r>
          </a:p>
          <a:p>
            <a:pPr marL="0" indent="0" algn="l">
              <a:spcBef>
                <a:spcPts val="0"/>
              </a:spcBef>
              <a:buNone/>
            </a:pPr>
            <a:r>
              <a:rPr lang="en-US" sz="1700" b="0" i="0" dirty="0">
                <a:solidFill>
                  <a:srgbClr val="343434"/>
                </a:solidFill>
                <a:effectLst/>
              </a:rPr>
              <a:t>After Beat-2 of the drum:</a:t>
            </a:r>
            <a:br>
              <a:rPr lang="en-US" sz="1700" b="0" i="0" dirty="0">
                <a:solidFill>
                  <a:srgbClr val="343434"/>
                </a:solidFill>
                <a:effectLst/>
              </a:rPr>
            </a:br>
            <a:r>
              <a:rPr lang="en-US" sz="1700" b="0" i="0" dirty="0">
                <a:solidFill>
                  <a:srgbClr val="343434"/>
                </a:solidFill>
                <a:effectLst/>
              </a:rPr>
              <a:t>Jersey #3 has moved to index 2.</a:t>
            </a:r>
            <a:br>
              <a:rPr lang="en-US" sz="1700" b="0" i="0" dirty="0">
                <a:solidFill>
                  <a:srgbClr val="343434"/>
                </a:solidFill>
                <a:effectLst/>
              </a:rPr>
            </a:br>
            <a:r>
              <a:rPr lang="en-US" sz="1700" b="0" i="0" dirty="0">
                <a:solidFill>
                  <a:srgbClr val="343434"/>
                </a:solidFill>
                <a:effectLst/>
              </a:rPr>
              <a:t>Jersey #1 has moved to index 3.</a:t>
            </a:r>
            <a:br>
              <a:rPr lang="en-US" sz="1700" b="0" i="0" dirty="0">
                <a:solidFill>
                  <a:srgbClr val="343434"/>
                </a:solidFill>
                <a:effectLst/>
              </a:rPr>
            </a:br>
            <a:r>
              <a:rPr lang="en-US" sz="1700" b="0" i="0" dirty="0">
                <a:solidFill>
                  <a:srgbClr val="343434"/>
                </a:solidFill>
                <a:effectLst/>
              </a:rPr>
              <a:t>Jersey #2 has moved to index 1.</a:t>
            </a:r>
            <a:br>
              <a:rPr lang="en-US" sz="1700" b="0" i="0" dirty="0">
                <a:solidFill>
                  <a:srgbClr val="343434"/>
                </a:solidFill>
                <a:effectLst/>
              </a:rPr>
            </a:br>
            <a:r>
              <a:rPr lang="en-US" sz="1700" b="0" i="0" dirty="0">
                <a:solidFill>
                  <a:srgbClr val="343434"/>
                </a:solidFill>
                <a:effectLst/>
              </a:rPr>
              <a:t>Jersey #5 has moved to index 5.</a:t>
            </a:r>
            <a:br>
              <a:rPr lang="en-US" sz="1700" b="0" i="0" dirty="0">
                <a:solidFill>
                  <a:srgbClr val="343434"/>
                </a:solidFill>
                <a:effectLst/>
              </a:rPr>
            </a:br>
            <a:r>
              <a:rPr lang="en-US" sz="1700" b="0" i="0" dirty="0">
                <a:solidFill>
                  <a:srgbClr val="343434"/>
                </a:solidFill>
                <a:effectLst/>
              </a:rPr>
              <a:t>Jersey #4 has moved to index 4.</a:t>
            </a:r>
          </a:p>
          <a:p>
            <a:pPr marL="0" indent="0" algn="l">
              <a:spcBef>
                <a:spcPts val="0"/>
              </a:spcBef>
              <a:buNone/>
            </a:pPr>
            <a:r>
              <a:rPr lang="en-US" sz="1700" b="0" i="0" dirty="0">
                <a:solidFill>
                  <a:srgbClr val="343434"/>
                </a:solidFill>
                <a:effectLst/>
              </a:rPr>
              <a:t>Board — 2, 3, 1, 5, 4</a:t>
            </a:r>
            <a:br>
              <a:rPr lang="en-US" sz="1700" b="0" i="0" dirty="0">
                <a:solidFill>
                  <a:srgbClr val="343434"/>
                </a:solidFill>
                <a:effectLst/>
              </a:rPr>
            </a:br>
            <a:r>
              <a:rPr lang="en-US" sz="1700" b="0" i="0" dirty="0">
                <a:solidFill>
                  <a:srgbClr val="343434"/>
                </a:solidFill>
                <a:effectLst/>
              </a:rPr>
              <a:t>Student’s Jersey — 2, 3, 1, 4, 5</a:t>
            </a:r>
          </a:p>
          <a:p>
            <a:pPr marL="0" indent="0" algn="l">
              <a:spcBef>
                <a:spcPts val="0"/>
              </a:spcBef>
              <a:buNone/>
            </a:pPr>
            <a:r>
              <a:rPr lang="en-US" sz="1700" b="0" i="0" dirty="0">
                <a:solidFill>
                  <a:srgbClr val="343434"/>
                </a:solidFill>
                <a:effectLst/>
              </a:rPr>
              <a:t>Student’s Jersey — 1, 2, 3, 5, 4</a:t>
            </a:r>
            <a:br>
              <a:rPr lang="en-US" sz="1700" b="0" i="0" dirty="0">
                <a:solidFill>
                  <a:srgbClr val="343434"/>
                </a:solidFill>
                <a:effectLst/>
              </a:rPr>
            </a:br>
            <a:br>
              <a:rPr lang="en-US" sz="1700" b="0" i="0" dirty="0">
                <a:solidFill>
                  <a:srgbClr val="343434"/>
                </a:solidFill>
                <a:effectLst/>
              </a:rPr>
            </a:br>
            <a:endParaRPr lang="en-IN" sz="1700" dirty="0"/>
          </a:p>
        </p:txBody>
      </p:sp>
      <p:sp>
        <p:nvSpPr>
          <p:cNvPr id="5" name="TextBox 4">
            <a:extLst>
              <a:ext uri="{FF2B5EF4-FFF2-40B4-BE49-F238E27FC236}">
                <a16:creationId xmlns:a16="http://schemas.microsoft.com/office/drawing/2014/main" id="{A283A9FE-C2DF-09E2-87AE-7DF6B54B791C}"/>
              </a:ext>
            </a:extLst>
          </p:cNvPr>
          <p:cNvSpPr txBox="1"/>
          <p:nvPr/>
        </p:nvSpPr>
        <p:spPr>
          <a:xfrm>
            <a:off x="6597445" y="786013"/>
            <a:ext cx="5361038" cy="3693319"/>
          </a:xfrm>
          <a:prstGeom prst="rect">
            <a:avLst/>
          </a:prstGeom>
          <a:noFill/>
        </p:spPr>
        <p:txBody>
          <a:bodyPr wrap="square">
            <a:spAutoFit/>
          </a:bodyPr>
          <a:lstStyle/>
          <a:p>
            <a:pPr marL="0" indent="0" algn="l">
              <a:spcBef>
                <a:spcPts val="0"/>
              </a:spcBef>
              <a:buNone/>
            </a:pPr>
            <a:r>
              <a:rPr lang="en-US" sz="1800" b="0" i="0" dirty="0">
                <a:solidFill>
                  <a:srgbClr val="343434"/>
                </a:solidFill>
                <a:effectLst/>
              </a:rPr>
              <a:t>After Beat-3 of the drum:</a:t>
            </a:r>
            <a:br>
              <a:rPr lang="en-US" sz="1800" b="0" i="0" dirty="0">
                <a:solidFill>
                  <a:srgbClr val="343434"/>
                </a:solidFill>
                <a:effectLst/>
              </a:rPr>
            </a:br>
            <a:r>
              <a:rPr lang="en-US" sz="1800" b="0" i="0" dirty="0">
                <a:solidFill>
                  <a:srgbClr val="343434"/>
                </a:solidFill>
                <a:effectLst/>
              </a:rPr>
              <a:t>Board — 2, 3, 1, 5, 4</a:t>
            </a:r>
            <a:br>
              <a:rPr lang="en-US" sz="1800" b="0" i="0" dirty="0">
                <a:solidFill>
                  <a:srgbClr val="343434"/>
                </a:solidFill>
                <a:effectLst/>
              </a:rPr>
            </a:br>
            <a:r>
              <a:rPr lang="en-US" sz="1800" b="0" i="0" dirty="0">
                <a:solidFill>
                  <a:srgbClr val="343434"/>
                </a:solidFill>
                <a:effectLst/>
              </a:rPr>
              <a:t>After Beat-4 of the drum:</a:t>
            </a:r>
            <a:br>
              <a:rPr lang="en-US" sz="1800" b="0" i="0" dirty="0">
                <a:solidFill>
                  <a:srgbClr val="343434"/>
                </a:solidFill>
                <a:effectLst/>
              </a:rPr>
            </a:br>
            <a:r>
              <a:rPr lang="en-US" sz="1800" b="0" i="0" dirty="0">
                <a:solidFill>
                  <a:srgbClr val="343434"/>
                </a:solidFill>
                <a:effectLst/>
              </a:rPr>
              <a:t>Board — 2, 3, 1, 5, 4</a:t>
            </a:r>
            <a:br>
              <a:rPr lang="en-US" sz="1800" b="0" i="0" dirty="0">
                <a:solidFill>
                  <a:srgbClr val="343434"/>
                </a:solidFill>
                <a:effectLst/>
              </a:rPr>
            </a:br>
            <a:r>
              <a:rPr lang="en-US" sz="1800" b="0" i="0" dirty="0">
                <a:solidFill>
                  <a:srgbClr val="343434"/>
                </a:solidFill>
                <a:effectLst/>
              </a:rPr>
              <a:t>Student’s Jersey — 3, 1, 2, 4, 5</a:t>
            </a:r>
          </a:p>
          <a:p>
            <a:pPr marL="0" indent="0" algn="l">
              <a:spcBef>
                <a:spcPts val="0"/>
              </a:spcBef>
              <a:buNone/>
            </a:pPr>
            <a:r>
              <a:rPr lang="en-US" sz="1800" b="0" i="0" dirty="0">
                <a:solidFill>
                  <a:srgbClr val="343434"/>
                </a:solidFill>
                <a:effectLst/>
              </a:rPr>
              <a:t>After Beat-5 of the drum:</a:t>
            </a:r>
            <a:br>
              <a:rPr lang="en-US" sz="1800" b="0" i="0" dirty="0">
                <a:solidFill>
                  <a:srgbClr val="343434"/>
                </a:solidFill>
                <a:effectLst/>
              </a:rPr>
            </a:br>
            <a:r>
              <a:rPr lang="en-US" sz="1800" b="0" i="0" dirty="0">
                <a:solidFill>
                  <a:srgbClr val="343434"/>
                </a:solidFill>
                <a:effectLst/>
              </a:rPr>
              <a:t>Board — 2, 3, 1, 5, 4</a:t>
            </a:r>
            <a:br>
              <a:rPr lang="en-US" sz="1800" b="0" i="0" dirty="0">
                <a:solidFill>
                  <a:srgbClr val="343434"/>
                </a:solidFill>
                <a:effectLst/>
              </a:rPr>
            </a:br>
            <a:r>
              <a:rPr lang="en-US" sz="1800" b="0" i="0" dirty="0">
                <a:solidFill>
                  <a:srgbClr val="343434"/>
                </a:solidFill>
                <a:effectLst/>
              </a:rPr>
              <a:t>Student’s Jersey — 2, 3, 1, 5, 4</a:t>
            </a:r>
          </a:p>
          <a:p>
            <a:pPr marL="0" indent="0" algn="l">
              <a:spcBef>
                <a:spcPts val="0"/>
              </a:spcBef>
              <a:buNone/>
            </a:pPr>
            <a:r>
              <a:rPr lang="en-US" sz="1800" b="0" i="0" dirty="0">
                <a:solidFill>
                  <a:srgbClr val="343434"/>
                </a:solidFill>
                <a:effectLst/>
              </a:rPr>
              <a:t>After Beat-6 of the drum:</a:t>
            </a:r>
            <a:br>
              <a:rPr lang="en-US" sz="1800" b="0" i="0" dirty="0">
                <a:solidFill>
                  <a:srgbClr val="343434"/>
                </a:solidFill>
                <a:effectLst/>
              </a:rPr>
            </a:br>
            <a:r>
              <a:rPr lang="en-US" sz="1800" b="0" i="0" dirty="0">
                <a:solidFill>
                  <a:srgbClr val="343434"/>
                </a:solidFill>
                <a:effectLst/>
              </a:rPr>
              <a:t>Board — 2, 3, 1, 5, 4</a:t>
            </a:r>
            <a:br>
              <a:rPr lang="en-US" sz="1800" b="0" i="0" dirty="0">
                <a:solidFill>
                  <a:srgbClr val="343434"/>
                </a:solidFill>
                <a:effectLst/>
              </a:rPr>
            </a:br>
            <a:r>
              <a:rPr lang="en-US" sz="1800" b="0" i="0" dirty="0">
                <a:solidFill>
                  <a:srgbClr val="343434"/>
                </a:solidFill>
                <a:effectLst/>
              </a:rPr>
              <a:t>Student’s Jersey — 1, 2, 3, 4, 5</a:t>
            </a:r>
          </a:p>
          <a:p>
            <a:pPr marL="0" indent="0" algn="l">
              <a:spcBef>
                <a:spcPts val="0"/>
              </a:spcBef>
              <a:buNone/>
            </a:pPr>
            <a:r>
              <a:rPr lang="en-US" sz="1800" b="0" i="0" dirty="0">
                <a:solidFill>
                  <a:srgbClr val="343434"/>
                </a:solidFill>
                <a:effectLst/>
              </a:rPr>
              <a:t>Hence, they will be back in their positions after 6 beats.</a:t>
            </a:r>
            <a:br>
              <a:rPr lang="en-US" sz="1800" b="0" i="0" dirty="0">
                <a:solidFill>
                  <a:srgbClr val="343434"/>
                </a:solidFill>
                <a:effectLst/>
              </a:rPr>
            </a:br>
            <a:r>
              <a:rPr lang="en-US" sz="1800" b="1" i="0" dirty="0">
                <a:solidFill>
                  <a:srgbClr val="343434"/>
                </a:solidFill>
                <a:effectLst/>
              </a:rPr>
              <a:t>So, the answer is 6.</a:t>
            </a:r>
            <a:endParaRPr lang="en-US" sz="1800" b="0" i="0" dirty="0">
              <a:solidFill>
                <a:srgbClr val="343434"/>
              </a:solidFill>
              <a:effectLst/>
            </a:endParaRPr>
          </a:p>
        </p:txBody>
      </p:sp>
    </p:spTree>
    <p:extLst>
      <p:ext uri="{BB962C8B-B14F-4D97-AF65-F5344CB8AC3E}">
        <p14:creationId xmlns:p14="http://schemas.microsoft.com/office/powerpoint/2010/main" val="40295491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780EE2-91DD-C7D3-524E-CCCBD2FDC643}"/>
              </a:ext>
            </a:extLst>
          </p:cNvPr>
          <p:cNvSpPr>
            <a:spLocks noGrp="1"/>
          </p:cNvSpPr>
          <p:nvPr>
            <p:ph idx="1"/>
          </p:nvPr>
        </p:nvSpPr>
        <p:spPr>
          <a:xfrm>
            <a:off x="838200" y="235974"/>
            <a:ext cx="10515600" cy="6233652"/>
          </a:xfrm>
        </p:spPr>
        <p:txBody>
          <a:bodyPr>
            <a:noAutofit/>
          </a:bodyPr>
          <a:lstStyle/>
          <a:p>
            <a:pPr marL="0" indent="0">
              <a:spcBef>
                <a:spcPts val="0"/>
              </a:spcBef>
              <a:buNone/>
            </a:pPr>
            <a:r>
              <a:rPr lang="en-IN" sz="2600" b="1" dirty="0"/>
              <a:t>n = int(input())</a:t>
            </a:r>
          </a:p>
          <a:p>
            <a:pPr marL="0" indent="0">
              <a:spcBef>
                <a:spcPts val="0"/>
              </a:spcBef>
              <a:buNone/>
            </a:pPr>
            <a:r>
              <a:rPr lang="en-IN" sz="2600" b="1" dirty="0"/>
              <a:t>B = []</a:t>
            </a:r>
          </a:p>
          <a:p>
            <a:pPr marL="0" indent="0">
              <a:spcBef>
                <a:spcPts val="0"/>
              </a:spcBef>
              <a:buNone/>
            </a:pPr>
            <a:r>
              <a:rPr lang="en-IN" sz="2600" b="1" dirty="0" err="1"/>
              <a:t>arr</a:t>
            </a:r>
            <a:r>
              <a:rPr lang="en-IN" sz="2600" b="1" dirty="0"/>
              <a:t> = []</a:t>
            </a:r>
          </a:p>
          <a:p>
            <a:pPr marL="0" indent="0">
              <a:spcBef>
                <a:spcPts val="0"/>
              </a:spcBef>
              <a:buNone/>
            </a:pPr>
            <a:r>
              <a:rPr lang="en-IN" sz="2600" b="1" dirty="0"/>
              <a:t>for </a:t>
            </a:r>
            <a:r>
              <a:rPr lang="en-IN" sz="2600" b="1" dirty="0" err="1"/>
              <a:t>i</a:t>
            </a:r>
            <a:r>
              <a:rPr lang="en-IN" sz="2600" b="1" dirty="0"/>
              <a:t> in range(n):</a:t>
            </a:r>
          </a:p>
          <a:p>
            <a:pPr marL="0" indent="0">
              <a:spcBef>
                <a:spcPts val="0"/>
              </a:spcBef>
              <a:buNone/>
            </a:pPr>
            <a:r>
              <a:rPr lang="en-IN" sz="2600" b="1" dirty="0"/>
              <a:t>    </a:t>
            </a:r>
            <a:r>
              <a:rPr lang="en-IN" sz="2600" b="1" dirty="0" err="1"/>
              <a:t>B.append</a:t>
            </a:r>
            <a:r>
              <a:rPr lang="en-IN" sz="2600" b="1" dirty="0"/>
              <a:t>(int(input()))</a:t>
            </a:r>
          </a:p>
          <a:p>
            <a:pPr marL="0" indent="0">
              <a:spcBef>
                <a:spcPts val="0"/>
              </a:spcBef>
              <a:buNone/>
            </a:pPr>
            <a:r>
              <a:rPr lang="en-IN" sz="2600" b="1" dirty="0"/>
              <a:t>    </a:t>
            </a:r>
            <a:r>
              <a:rPr lang="en-IN" sz="2600" b="1" dirty="0" err="1"/>
              <a:t>arr.append</a:t>
            </a:r>
            <a:r>
              <a:rPr lang="en-IN" sz="2600" b="1" dirty="0"/>
              <a:t>(</a:t>
            </a:r>
            <a:r>
              <a:rPr lang="en-IN" sz="2600" b="1" dirty="0" err="1"/>
              <a:t>i</a:t>
            </a:r>
            <a:r>
              <a:rPr lang="en-IN" sz="2600" b="1" dirty="0"/>
              <a:t> + 1)</a:t>
            </a:r>
          </a:p>
          <a:p>
            <a:pPr marL="0" indent="0">
              <a:spcBef>
                <a:spcPts val="0"/>
              </a:spcBef>
              <a:buNone/>
            </a:pPr>
            <a:endParaRPr lang="en-IN" sz="2600" b="1" dirty="0"/>
          </a:p>
          <a:p>
            <a:pPr marL="0" indent="0">
              <a:spcBef>
                <a:spcPts val="0"/>
              </a:spcBef>
              <a:buNone/>
            </a:pPr>
            <a:r>
              <a:rPr lang="en-IN" sz="2600" b="1" dirty="0" err="1"/>
              <a:t>ans</a:t>
            </a:r>
            <a:r>
              <a:rPr lang="en-IN" sz="2600" b="1" dirty="0"/>
              <a:t> = 0</a:t>
            </a:r>
          </a:p>
          <a:p>
            <a:pPr marL="0" indent="0">
              <a:spcBef>
                <a:spcPts val="0"/>
              </a:spcBef>
              <a:buNone/>
            </a:pPr>
            <a:r>
              <a:rPr lang="en-IN" sz="2600" b="1" dirty="0"/>
              <a:t>while 1:</a:t>
            </a:r>
          </a:p>
          <a:p>
            <a:pPr marL="0" indent="0">
              <a:spcBef>
                <a:spcPts val="0"/>
              </a:spcBef>
              <a:buNone/>
            </a:pPr>
            <a:r>
              <a:rPr lang="en-IN" sz="2600" b="1" dirty="0"/>
              <a:t>    </a:t>
            </a:r>
            <a:r>
              <a:rPr lang="en-IN" sz="2600" b="1" dirty="0" err="1"/>
              <a:t>ans</a:t>
            </a:r>
            <a:r>
              <a:rPr lang="en-IN" sz="2600" b="1" dirty="0"/>
              <a:t> += 1</a:t>
            </a:r>
          </a:p>
          <a:p>
            <a:pPr marL="0" indent="0">
              <a:spcBef>
                <a:spcPts val="0"/>
              </a:spcBef>
              <a:buNone/>
            </a:pPr>
            <a:r>
              <a:rPr lang="en-IN" sz="2600" b="1" dirty="0"/>
              <a:t>    </a:t>
            </a:r>
            <a:r>
              <a:rPr lang="en-IN" sz="2600" b="1" dirty="0" err="1"/>
              <a:t>ar</a:t>
            </a:r>
            <a:r>
              <a:rPr lang="en-IN" sz="2600" b="1" dirty="0"/>
              <a:t> = [None] * n</a:t>
            </a:r>
          </a:p>
          <a:p>
            <a:pPr marL="0" indent="0">
              <a:spcBef>
                <a:spcPts val="0"/>
              </a:spcBef>
              <a:buNone/>
            </a:pPr>
            <a:r>
              <a:rPr lang="en-IN" sz="2600" b="1" dirty="0"/>
              <a:t>    for </a:t>
            </a:r>
            <a:r>
              <a:rPr lang="en-IN" sz="2600" b="1" dirty="0" err="1"/>
              <a:t>i</a:t>
            </a:r>
            <a:r>
              <a:rPr lang="en-IN" sz="2600" b="1" dirty="0"/>
              <a:t> in range(n):</a:t>
            </a:r>
          </a:p>
          <a:p>
            <a:pPr marL="0" indent="0">
              <a:spcBef>
                <a:spcPts val="0"/>
              </a:spcBef>
              <a:buNone/>
            </a:pPr>
            <a:r>
              <a:rPr lang="en-IN" sz="2600" b="1" dirty="0"/>
              <a:t>        </a:t>
            </a:r>
            <a:r>
              <a:rPr lang="en-IN" sz="2600" b="1" dirty="0" err="1"/>
              <a:t>ar</a:t>
            </a:r>
            <a:r>
              <a:rPr lang="en-IN" sz="2600" b="1" dirty="0"/>
              <a:t>[</a:t>
            </a:r>
            <a:r>
              <a:rPr lang="en-IN" sz="2600" b="1" dirty="0" err="1"/>
              <a:t>i</a:t>
            </a:r>
            <a:r>
              <a:rPr lang="en-IN" sz="2600" b="1" dirty="0"/>
              <a:t>] = </a:t>
            </a:r>
            <a:r>
              <a:rPr lang="en-IN" sz="2600" b="1" dirty="0" err="1"/>
              <a:t>arr</a:t>
            </a:r>
            <a:r>
              <a:rPr lang="en-IN" sz="2600" b="1" dirty="0"/>
              <a:t>[B[</a:t>
            </a:r>
            <a:r>
              <a:rPr lang="en-IN" sz="2600" b="1" dirty="0" err="1"/>
              <a:t>i</a:t>
            </a:r>
            <a:r>
              <a:rPr lang="en-IN" sz="2600" b="1" dirty="0"/>
              <a:t>] - 1]</a:t>
            </a:r>
          </a:p>
          <a:p>
            <a:pPr marL="0" indent="0">
              <a:spcBef>
                <a:spcPts val="0"/>
              </a:spcBef>
              <a:buNone/>
            </a:pPr>
            <a:r>
              <a:rPr lang="en-IN" sz="2600" b="1" dirty="0"/>
              <a:t>    if </a:t>
            </a:r>
            <a:r>
              <a:rPr lang="en-IN" sz="2600" b="1" dirty="0" err="1"/>
              <a:t>ar</a:t>
            </a:r>
            <a:r>
              <a:rPr lang="en-IN" sz="2600" b="1" dirty="0"/>
              <a:t> == sorted(</a:t>
            </a:r>
            <a:r>
              <a:rPr lang="en-IN" sz="2600" b="1" dirty="0" err="1"/>
              <a:t>ar</a:t>
            </a:r>
            <a:r>
              <a:rPr lang="en-IN" sz="2600" b="1" dirty="0"/>
              <a:t>):</a:t>
            </a:r>
          </a:p>
          <a:p>
            <a:pPr marL="0" indent="0">
              <a:spcBef>
                <a:spcPts val="0"/>
              </a:spcBef>
              <a:buNone/>
            </a:pPr>
            <a:r>
              <a:rPr lang="en-IN" sz="2600" b="1" dirty="0"/>
              <a:t>        break</a:t>
            </a:r>
          </a:p>
          <a:p>
            <a:pPr marL="0" indent="0">
              <a:spcBef>
                <a:spcPts val="0"/>
              </a:spcBef>
              <a:buNone/>
            </a:pPr>
            <a:r>
              <a:rPr lang="en-IN" sz="2600" b="1" dirty="0"/>
              <a:t>    </a:t>
            </a:r>
            <a:r>
              <a:rPr lang="en-IN" sz="2600" b="1" dirty="0" err="1"/>
              <a:t>arr</a:t>
            </a:r>
            <a:r>
              <a:rPr lang="en-IN" sz="2600" b="1" dirty="0"/>
              <a:t> = </a:t>
            </a:r>
            <a:r>
              <a:rPr lang="en-IN" sz="2600" b="1" dirty="0" err="1"/>
              <a:t>ar</a:t>
            </a:r>
            <a:endParaRPr lang="en-IN" sz="2600" b="1" dirty="0"/>
          </a:p>
          <a:p>
            <a:pPr marL="0" indent="0">
              <a:spcBef>
                <a:spcPts val="0"/>
              </a:spcBef>
              <a:buNone/>
            </a:pPr>
            <a:r>
              <a:rPr lang="en-IN" sz="2600" b="1" dirty="0"/>
              <a:t>print(</a:t>
            </a:r>
            <a:r>
              <a:rPr lang="en-IN" sz="2600" b="1" dirty="0" err="1"/>
              <a:t>ans</a:t>
            </a:r>
            <a:r>
              <a:rPr lang="en-IN" sz="2600" b="1" dirty="0"/>
              <a:t>)</a:t>
            </a:r>
          </a:p>
          <a:p>
            <a:pPr marL="0" indent="0">
              <a:spcBef>
                <a:spcPts val="0"/>
              </a:spcBef>
              <a:buNone/>
            </a:pPr>
            <a:endParaRPr lang="en-IN" sz="2600" b="1" dirty="0"/>
          </a:p>
        </p:txBody>
      </p:sp>
    </p:spTree>
    <p:extLst>
      <p:ext uri="{BB962C8B-B14F-4D97-AF65-F5344CB8AC3E}">
        <p14:creationId xmlns:p14="http://schemas.microsoft.com/office/powerpoint/2010/main" val="19096202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5FD3E-ACB7-62A0-AD10-1E76C59431CC}"/>
              </a:ext>
            </a:extLst>
          </p:cNvPr>
          <p:cNvSpPr>
            <a:spLocks noGrp="1"/>
          </p:cNvSpPr>
          <p:nvPr>
            <p:ph type="title"/>
          </p:nvPr>
        </p:nvSpPr>
        <p:spPr>
          <a:xfrm>
            <a:off x="838200" y="196646"/>
            <a:ext cx="10515600" cy="484391"/>
          </a:xfrm>
        </p:spPr>
        <p:txBody>
          <a:bodyPr>
            <a:normAutofit fontScale="90000"/>
          </a:bodyPr>
          <a:lstStyle/>
          <a:p>
            <a:r>
              <a:rPr lang="en-US" sz="3000" b="1" dirty="0">
                <a:solidFill>
                  <a:srgbClr val="FF0000"/>
                </a:solidFill>
                <a:latin typeface="+mn-lt"/>
              </a:rPr>
              <a:t>Problem Statements 5</a:t>
            </a:r>
            <a:endParaRPr lang="en-IN" sz="3000" b="1" dirty="0">
              <a:solidFill>
                <a:srgbClr val="FF0000"/>
              </a:solidFill>
              <a:latin typeface="+mn-lt"/>
            </a:endParaRPr>
          </a:p>
        </p:txBody>
      </p:sp>
      <p:sp>
        <p:nvSpPr>
          <p:cNvPr id="3" name="Content Placeholder 2">
            <a:extLst>
              <a:ext uri="{FF2B5EF4-FFF2-40B4-BE49-F238E27FC236}">
                <a16:creationId xmlns:a16="http://schemas.microsoft.com/office/drawing/2014/main" id="{5FEBAC29-9F7E-55C1-58A5-8ADD5391C742}"/>
              </a:ext>
            </a:extLst>
          </p:cNvPr>
          <p:cNvSpPr>
            <a:spLocks noGrp="1"/>
          </p:cNvSpPr>
          <p:nvPr>
            <p:ph idx="1"/>
          </p:nvPr>
        </p:nvSpPr>
        <p:spPr>
          <a:xfrm>
            <a:off x="838200" y="1012723"/>
            <a:ext cx="10515600" cy="5164240"/>
          </a:xfrm>
        </p:spPr>
        <p:txBody>
          <a:bodyPr>
            <a:normAutofit/>
          </a:bodyPr>
          <a:lstStyle/>
          <a:p>
            <a:pPr algn="just">
              <a:buFont typeface="Wingdings" panose="05000000000000000000" pitchFamily="2" charset="2"/>
              <a:buChar char="Ø"/>
            </a:pPr>
            <a:r>
              <a:rPr lang="en-US" sz="2600" b="1" i="0" dirty="0">
                <a:solidFill>
                  <a:srgbClr val="343434"/>
                </a:solidFill>
                <a:effectLst/>
              </a:rPr>
              <a:t>At the security checkpoint, airport security personnel have seized a number of </a:t>
            </a:r>
            <a:r>
              <a:rPr lang="en-US" sz="2600" b="1" i="0" dirty="0" err="1">
                <a:solidFill>
                  <a:srgbClr val="343434"/>
                </a:solidFill>
                <a:effectLst/>
              </a:rPr>
              <a:t>travellers’</a:t>
            </a:r>
            <a:r>
              <a:rPr lang="en-US" sz="2600" b="1" i="0" dirty="0">
                <a:solidFill>
                  <a:srgbClr val="343434"/>
                </a:solidFill>
                <a:effectLst/>
              </a:rPr>
              <a:t> belongings. Everything has been thrown into a big box (array). Each product carries a specific level of risk[0,1,2]. The risk severity of the items in this case is represented by an array[] of N integer values. Sorting the elements in the array according to the degrees of danger is the task at hand. Between 0 and 2 are the risk values.</a:t>
            </a:r>
            <a:endParaRPr lang="en-IN" sz="2600" b="1" dirty="0"/>
          </a:p>
        </p:txBody>
      </p:sp>
    </p:spTree>
    <p:extLst>
      <p:ext uri="{BB962C8B-B14F-4D97-AF65-F5344CB8AC3E}">
        <p14:creationId xmlns:p14="http://schemas.microsoft.com/office/powerpoint/2010/main" val="10356427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EBBF33-53F6-5481-520F-73A0233860C7}"/>
              </a:ext>
            </a:extLst>
          </p:cNvPr>
          <p:cNvSpPr>
            <a:spLocks noGrp="1"/>
          </p:cNvSpPr>
          <p:nvPr>
            <p:ph idx="1"/>
          </p:nvPr>
        </p:nvSpPr>
        <p:spPr>
          <a:xfrm>
            <a:off x="838200" y="658761"/>
            <a:ext cx="10515600" cy="5518202"/>
          </a:xfrm>
        </p:spPr>
        <p:txBody>
          <a:bodyPr>
            <a:normAutofit/>
          </a:bodyPr>
          <a:lstStyle/>
          <a:p>
            <a:pPr marL="0" indent="0" algn="l">
              <a:buNone/>
            </a:pPr>
            <a:r>
              <a:rPr lang="en-US" sz="2600" b="1" i="0" dirty="0">
                <a:solidFill>
                  <a:srgbClr val="FF0000"/>
                </a:solidFill>
                <a:effectLst/>
              </a:rPr>
              <a:t>Example:</a:t>
            </a:r>
          </a:p>
          <a:p>
            <a:pPr marL="0" indent="0" algn="l">
              <a:buNone/>
            </a:pPr>
            <a:r>
              <a:rPr lang="en-US" sz="2600" b="1" i="0" dirty="0">
                <a:effectLst/>
              </a:rPr>
              <a:t>Input :</a:t>
            </a:r>
            <a:endParaRPr lang="en-US" sz="2600" b="0" i="0" dirty="0">
              <a:effectLst/>
            </a:endParaRPr>
          </a:p>
          <a:p>
            <a:pPr marL="0" indent="0" algn="l">
              <a:buNone/>
            </a:pPr>
            <a:r>
              <a:rPr lang="en-US" sz="2600" b="0" i="0" dirty="0">
                <a:effectLst/>
              </a:rPr>
              <a:t>7  -&gt; Value of N</a:t>
            </a:r>
          </a:p>
          <a:p>
            <a:pPr marL="0" indent="0" algn="l">
              <a:buNone/>
            </a:pPr>
            <a:r>
              <a:rPr lang="en-US" sz="2600" b="0" i="0" dirty="0">
                <a:effectLst/>
              </a:rPr>
              <a:t>[1,0,2,0,1,0,2]-&gt; Element of </a:t>
            </a:r>
            <a:r>
              <a:rPr lang="en-US" sz="2600" b="0" i="0" dirty="0" err="1">
                <a:effectLst/>
              </a:rPr>
              <a:t>arr</a:t>
            </a:r>
            <a:r>
              <a:rPr lang="en-US" sz="2600" b="0" i="0" dirty="0">
                <a:effectLst/>
              </a:rPr>
              <a:t>[0] to </a:t>
            </a:r>
            <a:r>
              <a:rPr lang="en-US" sz="2600" b="0" i="0" dirty="0" err="1">
                <a:effectLst/>
              </a:rPr>
              <a:t>arr</a:t>
            </a:r>
            <a:r>
              <a:rPr lang="en-US" sz="2600" b="0" i="0" dirty="0">
                <a:effectLst/>
              </a:rPr>
              <a:t>[N-1], while input each element is separated by new line.</a:t>
            </a:r>
          </a:p>
          <a:p>
            <a:pPr marL="0" indent="0" algn="l">
              <a:buNone/>
            </a:pPr>
            <a:r>
              <a:rPr lang="en-US" sz="2600" b="1" i="0" dirty="0">
                <a:effectLst/>
              </a:rPr>
              <a:t>Output :</a:t>
            </a:r>
            <a:endParaRPr lang="en-US" sz="2600" b="0" i="0" dirty="0">
              <a:effectLst/>
            </a:endParaRPr>
          </a:p>
          <a:p>
            <a:pPr marL="0" indent="0" algn="l">
              <a:buNone/>
            </a:pPr>
            <a:r>
              <a:rPr lang="en-US" sz="2600" b="0" i="0" dirty="0">
                <a:effectLst/>
              </a:rPr>
              <a:t>0 0 0 1 1 2 2  -&gt; Element after sorting based on risk severity</a:t>
            </a:r>
          </a:p>
          <a:p>
            <a:pPr marL="0" indent="0">
              <a:buNone/>
            </a:pPr>
            <a:endParaRPr lang="en-IN" sz="2600" dirty="0"/>
          </a:p>
        </p:txBody>
      </p:sp>
    </p:spTree>
    <p:extLst>
      <p:ext uri="{BB962C8B-B14F-4D97-AF65-F5344CB8AC3E}">
        <p14:creationId xmlns:p14="http://schemas.microsoft.com/office/powerpoint/2010/main" val="33807287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923D3D-D838-8EC8-2315-31768CAFD9B2}"/>
              </a:ext>
            </a:extLst>
          </p:cNvPr>
          <p:cNvSpPr>
            <a:spLocks noGrp="1"/>
          </p:cNvSpPr>
          <p:nvPr>
            <p:ph idx="1"/>
          </p:nvPr>
        </p:nvSpPr>
        <p:spPr>
          <a:xfrm>
            <a:off x="838200" y="432619"/>
            <a:ext cx="10515600" cy="5744344"/>
          </a:xfrm>
        </p:spPr>
        <p:txBody>
          <a:bodyPr>
            <a:normAutofit/>
          </a:bodyPr>
          <a:lstStyle/>
          <a:p>
            <a:pPr marL="0" indent="0" algn="l">
              <a:buNone/>
            </a:pPr>
            <a:r>
              <a:rPr lang="en-US" sz="2600" b="1" i="0" dirty="0">
                <a:solidFill>
                  <a:srgbClr val="FF0000"/>
                </a:solidFill>
                <a:effectLst/>
              </a:rPr>
              <a:t>Example 2:</a:t>
            </a:r>
            <a:endParaRPr lang="en-US" sz="2600" b="0" i="0" dirty="0">
              <a:solidFill>
                <a:srgbClr val="FF0000"/>
              </a:solidFill>
              <a:effectLst/>
            </a:endParaRPr>
          </a:p>
          <a:p>
            <a:pPr marL="0" indent="0" algn="l">
              <a:buNone/>
            </a:pPr>
            <a:r>
              <a:rPr lang="en-US" sz="2600" b="0" i="0" dirty="0">
                <a:solidFill>
                  <a:srgbClr val="343434"/>
                </a:solidFill>
                <a:effectLst/>
              </a:rPr>
              <a:t>input : 10  -&gt; Value of N</a:t>
            </a:r>
          </a:p>
          <a:p>
            <a:pPr marL="0" indent="0" algn="l">
              <a:buNone/>
            </a:pPr>
            <a:r>
              <a:rPr lang="en-US" sz="2600" b="0" i="0" dirty="0">
                <a:solidFill>
                  <a:srgbClr val="343434"/>
                </a:solidFill>
                <a:effectLst/>
              </a:rPr>
              <a:t>[2,1,0,2,1,0,0,1,2,0] -&gt; Element of </a:t>
            </a:r>
            <a:r>
              <a:rPr lang="en-US" sz="2600" b="0" i="0" dirty="0" err="1">
                <a:solidFill>
                  <a:srgbClr val="343434"/>
                </a:solidFill>
                <a:effectLst/>
              </a:rPr>
              <a:t>arr</a:t>
            </a:r>
            <a:r>
              <a:rPr lang="en-US" sz="2600" b="0" i="0" dirty="0">
                <a:solidFill>
                  <a:srgbClr val="343434"/>
                </a:solidFill>
                <a:effectLst/>
              </a:rPr>
              <a:t>[0] to </a:t>
            </a:r>
            <a:r>
              <a:rPr lang="en-US" sz="2600" b="0" i="0" dirty="0" err="1">
                <a:solidFill>
                  <a:srgbClr val="343434"/>
                </a:solidFill>
                <a:effectLst/>
              </a:rPr>
              <a:t>arr</a:t>
            </a:r>
            <a:r>
              <a:rPr lang="en-US" sz="2600" b="0" i="0" dirty="0">
                <a:solidFill>
                  <a:srgbClr val="343434"/>
                </a:solidFill>
                <a:effectLst/>
              </a:rPr>
              <a:t>[N-1], while input each element is separated by a new line.</a:t>
            </a:r>
          </a:p>
          <a:p>
            <a:pPr marL="0" indent="0" algn="l">
              <a:buNone/>
            </a:pPr>
            <a:endParaRPr lang="en-US" sz="2600" b="0" i="0" dirty="0">
              <a:solidFill>
                <a:srgbClr val="343434"/>
              </a:solidFill>
              <a:effectLst/>
            </a:endParaRPr>
          </a:p>
          <a:p>
            <a:pPr marL="0" indent="0" algn="l">
              <a:buNone/>
            </a:pPr>
            <a:r>
              <a:rPr lang="en-US" sz="2600" b="1" i="0" dirty="0">
                <a:solidFill>
                  <a:srgbClr val="343434"/>
                </a:solidFill>
                <a:effectLst/>
              </a:rPr>
              <a:t>Output : </a:t>
            </a:r>
            <a:endParaRPr lang="en-US" sz="2600" b="0" i="0" dirty="0">
              <a:solidFill>
                <a:srgbClr val="343434"/>
              </a:solidFill>
              <a:effectLst/>
            </a:endParaRPr>
          </a:p>
          <a:p>
            <a:pPr marL="0" indent="0" algn="l">
              <a:buNone/>
            </a:pPr>
            <a:r>
              <a:rPr lang="en-US" sz="2600" b="0" i="0" dirty="0">
                <a:solidFill>
                  <a:srgbClr val="343434"/>
                </a:solidFill>
                <a:effectLst/>
              </a:rPr>
              <a:t>0 0 0 0 1 1 1 2 2 2  -&gt;Elements after sorting based on risk severity.</a:t>
            </a:r>
          </a:p>
          <a:p>
            <a:pPr marL="0" indent="0" algn="l">
              <a:buNone/>
            </a:pPr>
            <a:endParaRPr lang="en-US" sz="2600" b="0" i="0" dirty="0">
              <a:solidFill>
                <a:srgbClr val="343434"/>
              </a:solidFill>
              <a:effectLst/>
            </a:endParaRPr>
          </a:p>
          <a:p>
            <a:pPr marL="0" indent="0" algn="l">
              <a:buNone/>
            </a:pPr>
            <a:r>
              <a:rPr lang="en-US" sz="2600" b="1" i="0" dirty="0">
                <a:solidFill>
                  <a:srgbClr val="343434"/>
                </a:solidFill>
                <a:effectLst/>
              </a:rPr>
              <a:t>Explanation:</a:t>
            </a:r>
            <a:endParaRPr lang="en-US" sz="2600" b="0" i="0" dirty="0">
              <a:solidFill>
                <a:srgbClr val="343434"/>
              </a:solidFill>
              <a:effectLst/>
            </a:endParaRPr>
          </a:p>
          <a:p>
            <a:pPr marL="0" indent="0" algn="l">
              <a:buNone/>
            </a:pPr>
            <a:r>
              <a:rPr lang="en-US" sz="2600" b="0" i="0" dirty="0">
                <a:solidFill>
                  <a:srgbClr val="343434"/>
                </a:solidFill>
                <a:effectLst/>
              </a:rPr>
              <a:t>In the above example, the input is an array of size N consisting of only 0’s, 1’s and 2s. The output is a sorted array from 0 to 2 based on risk severity.</a:t>
            </a:r>
          </a:p>
          <a:p>
            <a:pPr marL="0" indent="0">
              <a:buNone/>
            </a:pPr>
            <a:endParaRPr lang="en-IN" sz="2600" dirty="0"/>
          </a:p>
        </p:txBody>
      </p:sp>
    </p:spTree>
    <p:extLst>
      <p:ext uri="{BB962C8B-B14F-4D97-AF65-F5344CB8AC3E}">
        <p14:creationId xmlns:p14="http://schemas.microsoft.com/office/powerpoint/2010/main" val="36438843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651D65-8043-4DD0-0F61-D167CAE38090}"/>
              </a:ext>
            </a:extLst>
          </p:cNvPr>
          <p:cNvSpPr>
            <a:spLocks noGrp="1"/>
          </p:cNvSpPr>
          <p:nvPr>
            <p:ph idx="1"/>
          </p:nvPr>
        </p:nvSpPr>
        <p:spPr>
          <a:xfrm>
            <a:off x="838200" y="639096"/>
            <a:ext cx="10515600" cy="6007509"/>
          </a:xfrm>
        </p:spPr>
        <p:txBody>
          <a:bodyPr>
            <a:noAutofit/>
          </a:bodyPr>
          <a:lstStyle/>
          <a:p>
            <a:pPr marL="0" indent="0">
              <a:spcBef>
                <a:spcPts val="0"/>
              </a:spcBef>
              <a:buNone/>
            </a:pPr>
            <a:r>
              <a:rPr lang="pt-BR" sz="2400" b="1" dirty="0"/>
              <a:t>n = int(input())</a:t>
            </a:r>
          </a:p>
          <a:p>
            <a:pPr marL="0" indent="0">
              <a:spcBef>
                <a:spcPts val="0"/>
              </a:spcBef>
              <a:buNone/>
            </a:pPr>
            <a:r>
              <a:rPr lang="pt-BR" sz="2400" b="1" dirty="0"/>
              <a:t>a = list(map(int, input().split()))</a:t>
            </a:r>
          </a:p>
          <a:p>
            <a:pPr marL="0" indent="0">
              <a:spcBef>
                <a:spcPts val="0"/>
              </a:spcBef>
              <a:buNone/>
            </a:pPr>
            <a:r>
              <a:rPr lang="pt-BR" sz="2400" b="1" dirty="0"/>
              <a:t>l = 0</a:t>
            </a:r>
          </a:p>
          <a:p>
            <a:pPr marL="0" indent="0">
              <a:spcBef>
                <a:spcPts val="0"/>
              </a:spcBef>
              <a:buNone/>
            </a:pPr>
            <a:r>
              <a:rPr lang="pt-BR" sz="2400" b="1" dirty="0"/>
              <a:t>m = 0</a:t>
            </a:r>
          </a:p>
          <a:p>
            <a:pPr marL="0" indent="0">
              <a:spcBef>
                <a:spcPts val="0"/>
              </a:spcBef>
              <a:buNone/>
            </a:pPr>
            <a:r>
              <a:rPr lang="pt-BR" sz="2400" b="1" dirty="0"/>
              <a:t>h = n - 1</a:t>
            </a:r>
          </a:p>
          <a:p>
            <a:pPr marL="0" indent="0">
              <a:spcBef>
                <a:spcPts val="0"/>
              </a:spcBef>
              <a:buNone/>
            </a:pPr>
            <a:endParaRPr lang="pt-BR" sz="2400" b="1" dirty="0"/>
          </a:p>
          <a:p>
            <a:pPr marL="0" indent="0">
              <a:spcBef>
                <a:spcPts val="0"/>
              </a:spcBef>
              <a:buNone/>
            </a:pPr>
            <a:r>
              <a:rPr lang="pt-BR" sz="2400" b="1" dirty="0"/>
              <a:t>while m &lt;= h:</a:t>
            </a:r>
          </a:p>
          <a:p>
            <a:pPr marL="0" indent="0">
              <a:spcBef>
                <a:spcPts val="0"/>
              </a:spcBef>
              <a:buNone/>
            </a:pPr>
            <a:r>
              <a:rPr lang="pt-BR" sz="2400" b="1" dirty="0"/>
              <a:t>    if a[m] == 0:</a:t>
            </a:r>
          </a:p>
          <a:p>
            <a:pPr marL="0" indent="0">
              <a:spcBef>
                <a:spcPts val="0"/>
              </a:spcBef>
              <a:buNone/>
            </a:pPr>
            <a:r>
              <a:rPr lang="pt-BR" sz="2400" b="1" dirty="0"/>
              <a:t>        a[l], a[m] = a[m], a[l]</a:t>
            </a:r>
          </a:p>
          <a:p>
            <a:pPr marL="0" indent="0">
              <a:spcBef>
                <a:spcPts val="0"/>
              </a:spcBef>
              <a:buNone/>
            </a:pPr>
            <a:r>
              <a:rPr lang="pt-BR" sz="2400" b="1" dirty="0"/>
              <a:t>        l += 1</a:t>
            </a:r>
          </a:p>
          <a:p>
            <a:pPr marL="0" indent="0">
              <a:spcBef>
                <a:spcPts val="0"/>
              </a:spcBef>
              <a:buNone/>
            </a:pPr>
            <a:r>
              <a:rPr lang="pt-BR" sz="2400" b="1" dirty="0"/>
              <a:t>        m += 1</a:t>
            </a:r>
          </a:p>
          <a:p>
            <a:pPr marL="0" indent="0">
              <a:spcBef>
                <a:spcPts val="0"/>
              </a:spcBef>
              <a:buNone/>
            </a:pPr>
            <a:r>
              <a:rPr lang="pt-BR" sz="2400" b="1" dirty="0"/>
              <a:t>    elif a[m] == 1:</a:t>
            </a:r>
          </a:p>
          <a:p>
            <a:pPr marL="0" indent="0">
              <a:spcBef>
                <a:spcPts val="0"/>
              </a:spcBef>
              <a:buNone/>
            </a:pPr>
            <a:r>
              <a:rPr lang="pt-BR" sz="2400" b="1" dirty="0"/>
              <a:t>        m += 1</a:t>
            </a:r>
          </a:p>
          <a:p>
            <a:pPr marL="0" indent="0">
              <a:spcBef>
                <a:spcPts val="0"/>
              </a:spcBef>
              <a:buNone/>
            </a:pPr>
            <a:r>
              <a:rPr lang="pt-BR" sz="2400" b="1" dirty="0"/>
              <a:t>    else:</a:t>
            </a:r>
          </a:p>
          <a:p>
            <a:pPr marL="0" indent="0">
              <a:spcBef>
                <a:spcPts val="0"/>
              </a:spcBef>
              <a:buNone/>
            </a:pPr>
            <a:r>
              <a:rPr lang="pt-BR" sz="2400" b="1" dirty="0"/>
              <a:t>        a[m], a[h] = a[h], a[m]</a:t>
            </a:r>
          </a:p>
          <a:p>
            <a:pPr marL="0" indent="0">
              <a:spcBef>
                <a:spcPts val="0"/>
              </a:spcBef>
              <a:buNone/>
            </a:pPr>
            <a:r>
              <a:rPr lang="pt-BR" sz="2400" b="1" dirty="0"/>
              <a:t>        h -= 1</a:t>
            </a:r>
          </a:p>
          <a:p>
            <a:pPr marL="0" indent="0">
              <a:spcBef>
                <a:spcPts val="0"/>
              </a:spcBef>
              <a:buNone/>
            </a:pPr>
            <a:r>
              <a:rPr lang="pt-BR" sz="2400" b="1" dirty="0"/>
              <a:t>print(*a)</a:t>
            </a:r>
          </a:p>
          <a:p>
            <a:pPr marL="0" indent="0">
              <a:spcBef>
                <a:spcPts val="0"/>
              </a:spcBef>
              <a:buNone/>
            </a:pPr>
            <a:endParaRPr lang="pt-BR" sz="2400" b="1" dirty="0"/>
          </a:p>
          <a:p>
            <a:pPr marL="0" indent="0">
              <a:spcBef>
                <a:spcPts val="0"/>
              </a:spcBef>
              <a:buNone/>
            </a:pPr>
            <a:endParaRPr lang="en-IN" sz="2400" b="1" dirty="0"/>
          </a:p>
        </p:txBody>
      </p:sp>
    </p:spTree>
    <p:extLst>
      <p:ext uri="{BB962C8B-B14F-4D97-AF65-F5344CB8AC3E}">
        <p14:creationId xmlns:p14="http://schemas.microsoft.com/office/powerpoint/2010/main" val="7619328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694A2-8F40-FA3B-F9A5-46CBA2859D82}"/>
              </a:ext>
            </a:extLst>
          </p:cNvPr>
          <p:cNvSpPr>
            <a:spLocks noGrp="1"/>
          </p:cNvSpPr>
          <p:nvPr>
            <p:ph type="title"/>
          </p:nvPr>
        </p:nvSpPr>
        <p:spPr>
          <a:xfrm>
            <a:off x="838200" y="255640"/>
            <a:ext cx="10515600" cy="629264"/>
          </a:xfrm>
        </p:spPr>
        <p:txBody>
          <a:bodyPr>
            <a:normAutofit/>
          </a:bodyPr>
          <a:lstStyle/>
          <a:p>
            <a:r>
              <a:rPr lang="en-US" sz="3000" b="1" dirty="0">
                <a:solidFill>
                  <a:srgbClr val="FF0000"/>
                </a:solidFill>
                <a:latin typeface="+mn-lt"/>
              </a:rPr>
              <a:t>Problem Statement 6</a:t>
            </a:r>
            <a:endParaRPr lang="en-IN" sz="3000" b="1" dirty="0">
              <a:solidFill>
                <a:srgbClr val="FF0000"/>
              </a:solidFill>
              <a:latin typeface="+mn-lt"/>
            </a:endParaRPr>
          </a:p>
        </p:txBody>
      </p:sp>
      <p:sp>
        <p:nvSpPr>
          <p:cNvPr id="3" name="Content Placeholder 2">
            <a:extLst>
              <a:ext uri="{FF2B5EF4-FFF2-40B4-BE49-F238E27FC236}">
                <a16:creationId xmlns:a16="http://schemas.microsoft.com/office/drawing/2014/main" id="{D6EFCC88-AEE4-594B-E1B2-61FA94A61640}"/>
              </a:ext>
            </a:extLst>
          </p:cNvPr>
          <p:cNvSpPr>
            <a:spLocks noGrp="1"/>
          </p:cNvSpPr>
          <p:nvPr>
            <p:ph idx="1"/>
          </p:nvPr>
        </p:nvSpPr>
        <p:spPr>
          <a:xfrm>
            <a:off x="838200" y="1081548"/>
            <a:ext cx="10515600" cy="5095415"/>
          </a:xfrm>
        </p:spPr>
        <p:txBody>
          <a:bodyPr>
            <a:normAutofit/>
          </a:bodyPr>
          <a:lstStyle/>
          <a:p>
            <a:pPr algn="just"/>
            <a:r>
              <a:rPr lang="en-US" sz="2600" b="1" i="0" dirty="0">
                <a:solidFill>
                  <a:srgbClr val="343434"/>
                </a:solidFill>
                <a:effectLst/>
              </a:rPr>
              <a:t>For all of its products, a supermarket maintains a pricing structure. Each product has a value N printed on it. The price of the item is determined by multiplying the value N, which is read by the scanner, by the sum of all its digits. The goal here is to create software that, given the code of any item N, will compute the product (multiplication) of all the value digits (price).</a:t>
            </a:r>
            <a:endParaRPr lang="en-IN" sz="2600" b="1" dirty="0"/>
          </a:p>
        </p:txBody>
      </p:sp>
    </p:spTree>
    <p:extLst>
      <p:ext uri="{BB962C8B-B14F-4D97-AF65-F5344CB8AC3E}">
        <p14:creationId xmlns:p14="http://schemas.microsoft.com/office/powerpoint/2010/main" val="41096416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FBA253-00E6-C6D5-1FF7-BF949E791A39}"/>
              </a:ext>
            </a:extLst>
          </p:cNvPr>
          <p:cNvSpPr>
            <a:spLocks noGrp="1"/>
          </p:cNvSpPr>
          <p:nvPr>
            <p:ph idx="1"/>
          </p:nvPr>
        </p:nvSpPr>
        <p:spPr>
          <a:xfrm>
            <a:off x="838200" y="540774"/>
            <a:ext cx="10515600" cy="5636189"/>
          </a:xfrm>
        </p:spPr>
        <p:txBody>
          <a:bodyPr>
            <a:normAutofit/>
          </a:bodyPr>
          <a:lstStyle/>
          <a:p>
            <a:pPr marL="0" indent="0" algn="l">
              <a:buNone/>
            </a:pPr>
            <a:r>
              <a:rPr lang="en-US" sz="2600" b="1" i="0" dirty="0">
                <a:solidFill>
                  <a:srgbClr val="FF0000"/>
                </a:solidFill>
                <a:effectLst/>
              </a:rPr>
              <a:t>Example 1:</a:t>
            </a:r>
            <a:endParaRPr lang="en-US" sz="2600" b="0" i="0" dirty="0">
              <a:solidFill>
                <a:srgbClr val="FF0000"/>
              </a:solidFill>
              <a:effectLst/>
            </a:endParaRPr>
          </a:p>
          <a:p>
            <a:pPr marL="0" indent="0" algn="l">
              <a:buNone/>
            </a:pPr>
            <a:r>
              <a:rPr lang="en-US" sz="2600" b="1" i="0" dirty="0">
                <a:solidFill>
                  <a:srgbClr val="343434"/>
                </a:solidFill>
                <a:effectLst/>
              </a:rPr>
              <a:t>Input :</a:t>
            </a:r>
            <a:endParaRPr lang="en-US" sz="2600" b="0" i="0" dirty="0">
              <a:solidFill>
                <a:srgbClr val="343434"/>
              </a:solidFill>
              <a:effectLst/>
            </a:endParaRPr>
          </a:p>
          <a:p>
            <a:pPr marL="0" indent="0" algn="l">
              <a:buNone/>
            </a:pPr>
            <a:r>
              <a:rPr lang="en-US" sz="2600" b="0" i="0" dirty="0">
                <a:solidFill>
                  <a:srgbClr val="343434"/>
                </a:solidFill>
                <a:effectLst/>
              </a:rPr>
              <a:t>5244 -&gt; Value of N</a:t>
            </a:r>
          </a:p>
          <a:p>
            <a:pPr marL="0" indent="0" algn="l">
              <a:buNone/>
            </a:pPr>
            <a:r>
              <a:rPr lang="en-US" sz="2600" b="1" i="0" dirty="0">
                <a:solidFill>
                  <a:srgbClr val="343434"/>
                </a:solidFill>
                <a:effectLst/>
              </a:rPr>
              <a:t>Output :</a:t>
            </a:r>
            <a:br>
              <a:rPr lang="en-US" sz="2600" b="1" i="0" dirty="0">
                <a:solidFill>
                  <a:srgbClr val="343434"/>
                </a:solidFill>
                <a:effectLst/>
              </a:rPr>
            </a:br>
            <a:r>
              <a:rPr lang="en-US" sz="2600" b="0" i="0" dirty="0">
                <a:solidFill>
                  <a:srgbClr val="343434"/>
                </a:solidFill>
                <a:effectLst/>
              </a:rPr>
              <a:t>160 -&gt; Price</a:t>
            </a:r>
          </a:p>
          <a:p>
            <a:pPr marL="0" indent="0" algn="l">
              <a:buNone/>
            </a:pPr>
            <a:endParaRPr lang="en-US" sz="2600" b="0" i="0" dirty="0">
              <a:solidFill>
                <a:srgbClr val="343434"/>
              </a:solidFill>
              <a:effectLst/>
            </a:endParaRPr>
          </a:p>
          <a:p>
            <a:pPr marL="0" indent="0" algn="l">
              <a:buNone/>
            </a:pPr>
            <a:r>
              <a:rPr lang="en-US" sz="2600" b="1" i="0" dirty="0">
                <a:solidFill>
                  <a:srgbClr val="343434"/>
                </a:solidFill>
                <a:effectLst/>
              </a:rPr>
              <a:t>Explanation:</a:t>
            </a:r>
            <a:endParaRPr lang="en-US" sz="2600" b="0" i="0" dirty="0">
              <a:solidFill>
                <a:srgbClr val="343434"/>
              </a:solidFill>
              <a:effectLst/>
            </a:endParaRPr>
          </a:p>
          <a:p>
            <a:pPr marL="0" indent="0" algn="l">
              <a:buNone/>
            </a:pPr>
            <a:r>
              <a:rPr lang="en-US" sz="2600" b="0" i="0" dirty="0">
                <a:solidFill>
                  <a:srgbClr val="343434"/>
                </a:solidFill>
                <a:effectLst/>
              </a:rPr>
              <a:t>From the input above </a:t>
            </a:r>
            <a:br>
              <a:rPr lang="en-US" sz="2600" b="0" i="0" dirty="0">
                <a:solidFill>
                  <a:srgbClr val="343434"/>
                </a:solidFill>
                <a:effectLst/>
              </a:rPr>
            </a:br>
            <a:r>
              <a:rPr lang="en-US" sz="2600" b="0" i="0" dirty="0">
                <a:solidFill>
                  <a:srgbClr val="343434"/>
                </a:solidFill>
                <a:effectLst/>
              </a:rPr>
              <a:t>Product of the digits 5,2,4,4</a:t>
            </a:r>
            <a:br>
              <a:rPr lang="en-US" sz="2600" b="0" i="0" dirty="0">
                <a:solidFill>
                  <a:srgbClr val="343434"/>
                </a:solidFill>
                <a:effectLst/>
              </a:rPr>
            </a:br>
            <a:r>
              <a:rPr lang="en-US" sz="2600" b="0" i="0" dirty="0">
                <a:solidFill>
                  <a:srgbClr val="343434"/>
                </a:solidFill>
                <a:effectLst/>
              </a:rPr>
              <a:t>5*2*4*4= 160</a:t>
            </a:r>
            <a:br>
              <a:rPr lang="en-US" sz="2600" b="0" i="0" dirty="0">
                <a:solidFill>
                  <a:srgbClr val="343434"/>
                </a:solidFill>
                <a:effectLst/>
              </a:rPr>
            </a:br>
            <a:r>
              <a:rPr lang="en-US" sz="2600" b="0" i="0" dirty="0">
                <a:solidFill>
                  <a:srgbClr val="343434"/>
                </a:solidFill>
                <a:effectLst/>
              </a:rPr>
              <a:t>Hence, output is 160.</a:t>
            </a:r>
          </a:p>
          <a:p>
            <a:pPr marL="0" indent="0">
              <a:buNone/>
            </a:pPr>
            <a:endParaRPr lang="en-IN" sz="2600" dirty="0"/>
          </a:p>
        </p:txBody>
      </p:sp>
    </p:spTree>
    <p:extLst>
      <p:ext uri="{BB962C8B-B14F-4D97-AF65-F5344CB8AC3E}">
        <p14:creationId xmlns:p14="http://schemas.microsoft.com/office/powerpoint/2010/main" val="40604629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44317D-EA16-B64C-A021-C664FD605C26}"/>
              </a:ext>
            </a:extLst>
          </p:cNvPr>
          <p:cNvSpPr>
            <a:spLocks noGrp="1"/>
          </p:cNvSpPr>
          <p:nvPr>
            <p:ph idx="1"/>
          </p:nvPr>
        </p:nvSpPr>
        <p:spPr/>
        <p:txBody>
          <a:bodyPr/>
          <a:lstStyle/>
          <a:p>
            <a:pPr marL="0" indent="0">
              <a:buNone/>
            </a:pPr>
            <a:r>
              <a:rPr lang="en-IN" b="1" dirty="0"/>
              <a:t>n=input()</a:t>
            </a:r>
          </a:p>
          <a:p>
            <a:pPr marL="0" indent="0">
              <a:buNone/>
            </a:pPr>
            <a:r>
              <a:rPr lang="en-IN" b="1" dirty="0"/>
              <a:t>p=1</a:t>
            </a:r>
          </a:p>
          <a:p>
            <a:pPr marL="0" indent="0">
              <a:buNone/>
            </a:pPr>
            <a:r>
              <a:rPr lang="en-IN" b="1" dirty="0"/>
              <a:t>for </a:t>
            </a:r>
            <a:r>
              <a:rPr lang="en-IN" b="1" dirty="0" err="1"/>
              <a:t>i</a:t>
            </a:r>
            <a:r>
              <a:rPr lang="en-IN" b="1" dirty="0"/>
              <a:t> in n:</a:t>
            </a:r>
          </a:p>
          <a:p>
            <a:pPr marL="0" indent="0">
              <a:buNone/>
            </a:pPr>
            <a:r>
              <a:rPr lang="en-IN" b="1" dirty="0"/>
              <a:t>    p*=int(</a:t>
            </a:r>
            <a:r>
              <a:rPr lang="en-IN" b="1" dirty="0" err="1"/>
              <a:t>i</a:t>
            </a:r>
            <a:r>
              <a:rPr lang="en-IN" b="1" dirty="0"/>
              <a:t>)</a:t>
            </a:r>
          </a:p>
          <a:p>
            <a:pPr marL="0" indent="0">
              <a:buNone/>
            </a:pPr>
            <a:r>
              <a:rPr lang="en-IN" b="1" dirty="0"/>
              <a:t>print(p)</a:t>
            </a:r>
          </a:p>
          <a:p>
            <a:pPr marL="0" indent="0">
              <a:buNone/>
            </a:pPr>
            <a:endParaRPr lang="en-IN" b="1" dirty="0"/>
          </a:p>
        </p:txBody>
      </p:sp>
    </p:spTree>
    <p:extLst>
      <p:ext uri="{BB962C8B-B14F-4D97-AF65-F5344CB8AC3E}">
        <p14:creationId xmlns:p14="http://schemas.microsoft.com/office/powerpoint/2010/main" val="37923387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D2B5E-BA0E-AB45-87D0-E84FB5A1ACDE}"/>
              </a:ext>
            </a:extLst>
          </p:cNvPr>
          <p:cNvSpPr>
            <a:spLocks noGrp="1"/>
          </p:cNvSpPr>
          <p:nvPr>
            <p:ph type="title"/>
          </p:nvPr>
        </p:nvSpPr>
        <p:spPr>
          <a:xfrm>
            <a:off x="838200" y="157317"/>
            <a:ext cx="10515600" cy="523720"/>
          </a:xfrm>
        </p:spPr>
        <p:txBody>
          <a:bodyPr>
            <a:normAutofit/>
          </a:bodyPr>
          <a:lstStyle/>
          <a:p>
            <a:r>
              <a:rPr lang="en-US" sz="3000" b="1" dirty="0">
                <a:solidFill>
                  <a:srgbClr val="FF0000"/>
                </a:solidFill>
                <a:latin typeface="+mn-lt"/>
              </a:rPr>
              <a:t>Problem Statement 7</a:t>
            </a:r>
            <a:endParaRPr lang="en-IN" sz="3000" b="1" dirty="0">
              <a:solidFill>
                <a:srgbClr val="FF0000"/>
              </a:solidFill>
              <a:latin typeface="+mn-lt"/>
            </a:endParaRPr>
          </a:p>
        </p:txBody>
      </p:sp>
      <p:sp>
        <p:nvSpPr>
          <p:cNvPr id="3" name="Content Placeholder 2">
            <a:extLst>
              <a:ext uri="{FF2B5EF4-FFF2-40B4-BE49-F238E27FC236}">
                <a16:creationId xmlns:a16="http://schemas.microsoft.com/office/drawing/2014/main" id="{0F9B1246-51EB-90D5-4189-25F9442B5C5B}"/>
              </a:ext>
            </a:extLst>
          </p:cNvPr>
          <p:cNvSpPr>
            <a:spLocks noGrp="1"/>
          </p:cNvSpPr>
          <p:nvPr>
            <p:ph idx="1"/>
          </p:nvPr>
        </p:nvSpPr>
        <p:spPr>
          <a:xfrm>
            <a:off x="838200" y="806245"/>
            <a:ext cx="10515600" cy="5692878"/>
          </a:xfrm>
        </p:spPr>
        <p:txBody>
          <a:bodyPr>
            <a:noAutofit/>
          </a:bodyPr>
          <a:lstStyle/>
          <a:p>
            <a:pPr algn="just">
              <a:buFont typeface="Wingdings" panose="05000000000000000000" pitchFamily="2" charset="2"/>
              <a:buChar char="Ø"/>
            </a:pPr>
            <a:r>
              <a:rPr lang="en-US" sz="2400" b="1" i="0" dirty="0">
                <a:solidFill>
                  <a:srgbClr val="343434"/>
                </a:solidFill>
                <a:effectLst/>
              </a:rPr>
              <a:t>There are two banks – Bank A and Bank B. Their interest rates vary. You have received offers from both banks in terms of the annual rate of interest, tenure, and variations of the rate of interest over the entire tenure. You have to choose the offer which costs you the least interest and reject the other. Do the computation and make a wise choice.</a:t>
            </a:r>
          </a:p>
          <a:p>
            <a:pPr algn="just">
              <a:buFont typeface="Wingdings" panose="05000000000000000000" pitchFamily="2" charset="2"/>
              <a:buChar char="Ø"/>
            </a:pPr>
            <a:r>
              <a:rPr lang="en-US" sz="2400" b="1" i="0" dirty="0">
                <a:solidFill>
                  <a:srgbClr val="343434"/>
                </a:solidFill>
                <a:effectLst/>
              </a:rPr>
              <a:t>The loan repayment happens at a monthly frequency and Equated Monthly Installment (EMI) is calculated using the formula given below :</a:t>
            </a:r>
          </a:p>
          <a:p>
            <a:pPr algn="just">
              <a:buFont typeface="Wingdings" panose="05000000000000000000" pitchFamily="2" charset="2"/>
              <a:buChar char="Ø"/>
            </a:pPr>
            <a:r>
              <a:rPr lang="en-US" sz="2400" b="1" i="0" dirty="0">
                <a:solidFill>
                  <a:srgbClr val="343434"/>
                </a:solidFill>
                <a:effectLst/>
              </a:rPr>
              <a:t>EMI = loan amount * monthly interest rate / ( 1 – 1 / (1 + monthly interest rate)^(number of years * 12))</a:t>
            </a:r>
          </a:p>
          <a:p>
            <a:pPr algn="just">
              <a:buFont typeface="Wingdings" panose="05000000000000000000" pitchFamily="2" charset="2"/>
              <a:buChar char="Ø"/>
            </a:pPr>
            <a:r>
              <a:rPr lang="en-US" sz="2400" b="1" i="0" dirty="0">
                <a:solidFill>
                  <a:srgbClr val="343434"/>
                </a:solidFill>
                <a:effectLst/>
              </a:rPr>
              <a:t>Constraints:</a:t>
            </a:r>
          </a:p>
          <a:p>
            <a:pPr marL="0" indent="0" algn="just">
              <a:buNone/>
            </a:pPr>
            <a:r>
              <a:rPr lang="en-US" sz="2400" b="1" i="0" dirty="0">
                <a:solidFill>
                  <a:srgbClr val="343434"/>
                </a:solidFill>
                <a:effectLst/>
              </a:rPr>
              <a:t>1 &lt;= P &lt;= 1000000</a:t>
            </a:r>
          </a:p>
          <a:p>
            <a:pPr marL="0" indent="0" algn="just">
              <a:buNone/>
            </a:pPr>
            <a:r>
              <a:rPr lang="en-US" sz="2400" b="1" i="0" dirty="0">
                <a:solidFill>
                  <a:srgbClr val="343434"/>
                </a:solidFill>
                <a:effectLst/>
              </a:rPr>
              <a:t>1 &lt;=T &lt;= 50</a:t>
            </a:r>
          </a:p>
          <a:p>
            <a:pPr marL="0" indent="0" algn="just">
              <a:buNone/>
            </a:pPr>
            <a:r>
              <a:rPr lang="en-US" sz="2400" b="1" i="0" dirty="0">
                <a:solidFill>
                  <a:srgbClr val="343434"/>
                </a:solidFill>
                <a:effectLst/>
              </a:rPr>
              <a:t>1&lt;= N1 &lt;= 30</a:t>
            </a:r>
          </a:p>
          <a:p>
            <a:pPr marL="0" indent="0" algn="just">
              <a:buNone/>
            </a:pPr>
            <a:r>
              <a:rPr lang="en-US" sz="2400" b="1" i="0" dirty="0">
                <a:solidFill>
                  <a:srgbClr val="343434"/>
                </a:solidFill>
                <a:effectLst/>
              </a:rPr>
              <a:t>1&lt;= N2 &lt;= 30</a:t>
            </a:r>
          </a:p>
          <a:p>
            <a:pPr algn="just">
              <a:buFont typeface="Wingdings" panose="05000000000000000000" pitchFamily="2" charset="2"/>
              <a:buChar char="Ø"/>
            </a:pPr>
            <a:endParaRPr lang="en-IN" sz="2400" b="1" dirty="0"/>
          </a:p>
        </p:txBody>
      </p:sp>
    </p:spTree>
    <p:extLst>
      <p:ext uri="{BB962C8B-B14F-4D97-AF65-F5344CB8AC3E}">
        <p14:creationId xmlns:p14="http://schemas.microsoft.com/office/powerpoint/2010/main" val="31330275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CCF299-D182-80FE-DA2B-20CD582710CC}"/>
              </a:ext>
            </a:extLst>
          </p:cNvPr>
          <p:cNvSpPr>
            <a:spLocks noGrp="1"/>
          </p:cNvSpPr>
          <p:nvPr>
            <p:ph idx="1"/>
          </p:nvPr>
        </p:nvSpPr>
        <p:spPr>
          <a:xfrm>
            <a:off x="838200" y="383458"/>
            <a:ext cx="10515600" cy="6017342"/>
          </a:xfrm>
        </p:spPr>
        <p:txBody>
          <a:bodyPr>
            <a:normAutofit/>
          </a:bodyPr>
          <a:lstStyle/>
          <a:p>
            <a:pPr marL="0" indent="0" algn="l">
              <a:buNone/>
            </a:pPr>
            <a:r>
              <a:rPr lang="en-US" sz="2400" b="1" i="0" dirty="0">
                <a:solidFill>
                  <a:srgbClr val="343434"/>
                </a:solidFill>
                <a:effectLst/>
              </a:rPr>
              <a:t>Input Format:</a:t>
            </a:r>
            <a:endParaRPr lang="en-US" sz="2400" i="0" dirty="0">
              <a:solidFill>
                <a:srgbClr val="343434"/>
              </a:solidFill>
              <a:effectLst/>
            </a:endParaRPr>
          </a:p>
          <a:p>
            <a:pPr marL="0" indent="0" algn="l">
              <a:buNone/>
            </a:pPr>
            <a:r>
              <a:rPr lang="en-US" sz="2400" i="0" dirty="0">
                <a:solidFill>
                  <a:srgbClr val="343434"/>
                </a:solidFill>
                <a:effectLst/>
              </a:rPr>
              <a:t>First line: P principal (Loan Amount)</a:t>
            </a:r>
          </a:p>
          <a:p>
            <a:pPr marL="0" indent="0" algn="l">
              <a:buNone/>
            </a:pPr>
            <a:r>
              <a:rPr lang="en-US" sz="2400" i="0" dirty="0">
                <a:solidFill>
                  <a:srgbClr val="343434"/>
                </a:solidFill>
                <a:effectLst/>
              </a:rPr>
              <a:t>Second line: T Total Tenure (in years).</a:t>
            </a:r>
          </a:p>
          <a:p>
            <a:pPr marL="0" indent="0" algn="l">
              <a:buNone/>
            </a:pPr>
            <a:r>
              <a:rPr lang="en-US" sz="2400" i="0" dirty="0">
                <a:solidFill>
                  <a:srgbClr val="343434"/>
                </a:solidFill>
                <a:effectLst/>
              </a:rPr>
              <a:t>Third Line: N1 is the number of slabs of interest rates for a given period by Bank A. The first slab starts from the first year and the second slab starts from the end of the first slab and so on.</a:t>
            </a:r>
          </a:p>
          <a:p>
            <a:pPr marL="0" indent="0" algn="l">
              <a:buNone/>
            </a:pPr>
            <a:r>
              <a:rPr lang="en-US" sz="2400" i="0" dirty="0">
                <a:solidFill>
                  <a:srgbClr val="343434"/>
                </a:solidFill>
                <a:effectLst/>
              </a:rPr>
              <a:t>Next N1 line will contain the interest rate and their period.</a:t>
            </a:r>
          </a:p>
          <a:p>
            <a:pPr marL="0" indent="0" algn="l">
              <a:buNone/>
            </a:pPr>
            <a:r>
              <a:rPr lang="en-US" sz="2400" i="0" dirty="0">
                <a:solidFill>
                  <a:srgbClr val="343434"/>
                </a:solidFill>
                <a:effectLst/>
              </a:rPr>
              <a:t>After N1 lines we will receive N2 viz. the number of slabs offered by the second bank.</a:t>
            </a:r>
          </a:p>
          <a:p>
            <a:pPr marL="0" indent="0" algn="l">
              <a:buNone/>
            </a:pPr>
            <a:r>
              <a:rPr lang="en-US" sz="2400" i="0" dirty="0">
                <a:solidFill>
                  <a:srgbClr val="343434"/>
                </a:solidFill>
                <a:effectLst/>
              </a:rPr>
              <a:t>Next N2 lines are the number of slabs of interest rates for a given period by Bank B. The first slab starts from the first year and the second slab starts from the end of the first slab and so on.</a:t>
            </a:r>
          </a:p>
          <a:p>
            <a:pPr marL="0" indent="0" algn="l">
              <a:buNone/>
            </a:pPr>
            <a:r>
              <a:rPr lang="en-US" sz="2400" i="0" dirty="0">
                <a:solidFill>
                  <a:srgbClr val="343434"/>
                </a:solidFill>
                <a:effectLst/>
              </a:rPr>
              <a:t>The period and rate will be delimited by a single white space.</a:t>
            </a:r>
          </a:p>
          <a:p>
            <a:pPr marL="0" indent="0" algn="l">
              <a:buNone/>
            </a:pPr>
            <a:r>
              <a:rPr lang="en-US" sz="2400" b="1" i="0" dirty="0">
                <a:solidFill>
                  <a:srgbClr val="343434"/>
                </a:solidFill>
                <a:effectLst/>
              </a:rPr>
              <a:t>Output Format: </a:t>
            </a:r>
            <a:r>
              <a:rPr lang="en-US" sz="2400" i="0" dirty="0">
                <a:solidFill>
                  <a:srgbClr val="343434"/>
                </a:solidFill>
                <a:effectLst/>
              </a:rPr>
              <a:t>Your decision is either Bank A or Bank B.</a:t>
            </a:r>
          </a:p>
          <a:p>
            <a:pPr marL="0" indent="0">
              <a:buNone/>
            </a:pPr>
            <a:endParaRPr lang="en-IN" sz="2400" dirty="0"/>
          </a:p>
        </p:txBody>
      </p:sp>
    </p:spTree>
    <p:extLst>
      <p:ext uri="{BB962C8B-B14F-4D97-AF65-F5344CB8AC3E}">
        <p14:creationId xmlns:p14="http://schemas.microsoft.com/office/powerpoint/2010/main" val="13899577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7D0622-23AD-A2E2-31B5-79D690BD05C9}"/>
              </a:ext>
            </a:extLst>
          </p:cNvPr>
          <p:cNvSpPr>
            <a:spLocks noGrp="1"/>
          </p:cNvSpPr>
          <p:nvPr>
            <p:ph idx="1"/>
          </p:nvPr>
        </p:nvSpPr>
        <p:spPr>
          <a:xfrm>
            <a:off x="838200" y="501445"/>
            <a:ext cx="10515600" cy="5675518"/>
          </a:xfrm>
        </p:spPr>
        <p:txBody>
          <a:bodyPr>
            <a:normAutofit/>
          </a:bodyPr>
          <a:lstStyle/>
          <a:p>
            <a:pPr marL="0" indent="0" algn="l">
              <a:buNone/>
            </a:pPr>
            <a:r>
              <a:rPr lang="en-US" sz="2600" b="1" i="0" dirty="0">
                <a:solidFill>
                  <a:srgbClr val="343434"/>
                </a:solidFill>
                <a:effectLst/>
              </a:rPr>
              <a:t>Example 1</a:t>
            </a:r>
          </a:p>
          <a:p>
            <a:pPr marL="0" indent="0" algn="l">
              <a:buNone/>
            </a:pPr>
            <a:r>
              <a:rPr lang="en-US" sz="2600" b="1" i="0" dirty="0">
                <a:solidFill>
                  <a:srgbClr val="343434"/>
                </a:solidFill>
                <a:effectLst/>
              </a:rPr>
              <a:t>Input</a:t>
            </a:r>
          </a:p>
          <a:p>
            <a:pPr marL="0" indent="0" algn="l">
              <a:buNone/>
            </a:pPr>
            <a:r>
              <a:rPr lang="en-US" sz="2600" i="0" dirty="0">
                <a:solidFill>
                  <a:srgbClr val="343434"/>
                </a:solidFill>
                <a:effectLst/>
              </a:rPr>
              <a:t>10000</a:t>
            </a:r>
            <a:br>
              <a:rPr lang="en-US" sz="2600" i="0" dirty="0">
                <a:solidFill>
                  <a:srgbClr val="343434"/>
                </a:solidFill>
                <a:effectLst/>
              </a:rPr>
            </a:br>
            <a:r>
              <a:rPr lang="en-US" sz="2600" i="0" dirty="0">
                <a:solidFill>
                  <a:srgbClr val="343434"/>
                </a:solidFill>
                <a:effectLst/>
              </a:rPr>
              <a:t>20</a:t>
            </a:r>
            <a:br>
              <a:rPr lang="en-US" sz="2600" i="0" dirty="0">
                <a:solidFill>
                  <a:srgbClr val="343434"/>
                </a:solidFill>
                <a:effectLst/>
              </a:rPr>
            </a:br>
            <a:r>
              <a:rPr lang="en-US" sz="2600" i="0" dirty="0">
                <a:solidFill>
                  <a:srgbClr val="343434"/>
                </a:solidFill>
                <a:effectLst/>
              </a:rPr>
              <a:t>3</a:t>
            </a:r>
            <a:br>
              <a:rPr lang="en-US" sz="2600" i="0" dirty="0">
                <a:solidFill>
                  <a:srgbClr val="343434"/>
                </a:solidFill>
                <a:effectLst/>
              </a:rPr>
            </a:br>
            <a:r>
              <a:rPr lang="en-US" sz="2600" i="0" dirty="0">
                <a:solidFill>
                  <a:srgbClr val="343434"/>
                </a:solidFill>
                <a:effectLst/>
              </a:rPr>
              <a:t>5 9.5</a:t>
            </a:r>
            <a:br>
              <a:rPr lang="en-US" sz="2600" i="0" dirty="0">
                <a:solidFill>
                  <a:srgbClr val="343434"/>
                </a:solidFill>
                <a:effectLst/>
              </a:rPr>
            </a:br>
            <a:r>
              <a:rPr lang="en-US" sz="2600" i="0" dirty="0">
                <a:solidFill>
                  <a:srgbClr val="343434"/>
                </a:solidFill>
                <a:effectLst/>
              </a:rPr>
              <a:t>10 9.6</a:t>
            </a:r>
            <a:br>
              <a:rPr lang="en-US" sz="2600" i="0" dirty="0">
                <a:solidFill>
                  <a:srgbClr val="343434"/>
                </a:solidFill>
                <a:effectLst/>
              </a:rPr>
            </a:br>
            <a:r>
              <a:rPr lang="en-US" sz="2600" i="0" dirty="0">
                <a:solidFill>
                  <a:srgbClr val="343434"/>
                </a:solidFill>
                <a:effectLst/>
              </a:rPr>
              <a:t>5 8.5</a:t>
            </a:r>
            <a:br>
              <a:rPr lang="en-US" sz="2600" i="0" dirty="0">
                <a:solidFill>
                  <a:srgbClr val="343434"/>
                </a:solidFill>
                <a:effectLst/>
              </a:rPr>
            </a:br>
            <a:r>
              <a:rPr lang="en-US" sz="2600" i="0" dirty="0">
                <a:solidFill>
                  <a:srgbClr val="343434"/>
                </a:solidFill>
                <a:effectLst/>
              </a:rPr>
              <a:t>3</a:t>
            </a:r>
            <a:br>
              <a:rPr lang="en-US" sz="2600" i="0" dirty="0">
                <a:solidFill>
                  <a:srgbClr val="343434"/>
                </a:solidFill>
                <a:effectLst/>
              </a:rPr>
            </a:br>
            <a:r>
              <a:rPr lang="en-US" sz="2600" i="0" dirty="0">
                <a:solidFill>
                  <a:srgbClr val="343434"/>
                </a:solidFill>
                <a:effectLst/>
              </a:rPr>
              <a:t>10 6.9</a:t>
            </a:r>
            <a:br>
              <a:rPr lang="en-US" sz="2600" i="0" dirty="0">
                <a:solidFill>
                  <a:srgbClr val="343434"/>
                </a:solidFill>
                <a:effectLst/>
              </a:rPr>
            </a:br>
            <a:r>
              <a:rPr lang="en-US" sz="2600" i="0" dirty="0">
                <a:solidFill>
                  <a:srgbClr val="343434"/>
                </a:solidFill>
                <a:effectLst/>
              </a:rPr>
              <a:t>5 8.5</a:t>
            </a:r>
            <a:br>
              <a:rPr lang="en-US" sz="2600" i="0" dirty="0">
                <a:solidFill>
                  <a:srgbClr val="343434"/>
                </a:solidFill>
                <a:effectLst/>
              </a:rPr>
            </a:br>
            <a:r>
              <a:rPr lang="en-US" sz="2600" i="0" dirty="0">
                <a:solidFill>
                  <a:srgbClr val="343434"/>
                </a:solidFill>
                <a:effectLst/>
              </a:rPr>
              <a:t>5 7.9</a:t>
            </a:r>
          </a:p>
          <a:p>
            <a:pPr marL="0" indent="0" algn="l">
              <a:buNone/>
            </a:pPr>
            <a:r>
              <a:rPr lang="en-US" sz="2600" b="1" i="0" dirty="0">
                <a:solidFill>
                  <a:srgbClr val="343434"/>
                </a:solidFill>
                <a:effectLst/>
              </a:rPr>
              <a:t>Output: </a:t>
            </a:r>
            <a:r>
              <a:rPr lang="en-US" sz="2600" i="0" dirty="0">
                <a:solidFill>
                  <a:srgbClr val="343434"/>
                </a:solidFill>
                <a:effectLst/>
              </a:rPr>
              <a:t>Bank B</a:t>
            </a:r>
          </a:p>
          <a:p>
            <a:pPr marL="0" indent="0">
              <a:buNone/>
            </a:pPr>
            <a:endParaRPr lang="en-IN" sz="2600" dirty="0"/>
          </a:p>
        </p:txBody>
      </p:sp>
    </p:spTree>
    <p:extLst>
      <p:ext uri="{BB962C8B-B14F-4D97-AF65-F5344CB8AC3E}">
        <p14:creationId xmlns:p14="http://schemas.microsoft.com/office/powerpoint/2010/main" val="10774455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5895A4-FF83-7B5B-6D90-20FFD34A0D5F}"/>
              </a:ext>
            </a:extLst>
          </p:cNvPr>
          <p:cNvSpPr>
            <a:spLocks noGrp="1"/>
          </p:cNvSpPr>
          <p:nvPr>
            <p:ph idx="1"/>
          </p:nvPr>
        </p:nvSpPr>
        <p:spPr>
          <a:xfrm>
            <a:off x="838200" y="412955"/>
            <a:ext cx="10515600" cy="5764008"/>
          </a:xfrm>
        </p:spPr>
        <p:txBody>
          <a:bodyPr>
            <a:normAutofit/>
          </a:bodyPr>
          <a:lstStyle/>
          <a:p>
            <a:pPr marL="0" indent="0" algn="l">
              <a:buNone/>
            </a:pPr>
            <a:r>
              <a:rPr lang="en-US" sz="2600" b="1" i="0" dirty="0">
                <a:solidFill>
                  <a:srgbClr val="343434"/>
                </a:solidFill>
                <a:effectLst/>
              </a:rPr>
              <a:t>Example 2</a:t>
            </a:r>
            <a:endParaRPr lang="en-US" sz="2600" b="0" i="0" dirty="0">
              <a:solidFill>
                <a:srgbClr val="343434"/>
              </a:solidFill>
              <a:effectLst/>
            </a:endParaRPr>
          </a:p>
          <a:p>
            <a:pPr marL="0" indent="0" algn="l">
              <a:buNone/>
            </a:pPr>
            <a:r>
              <a:rPr lang="en-US" sz="2600" b="0" i="0" dirty="0">
                <a:solidFill>
                  <a:srgbClr val="343434"/>
                </a:solidFill>
                <a:effectLst/>
              </a:rPr>
              <a:t>Input</a:t>
            </a:r>
          </a:p>
          <a:p>
            <a:pPr marL="0" indent="0" algn="l">
              <a:buNone/>
            </a:pPr>
            <a:r>
              <a:rPr lang="en-US" sz="2600" b="0" i="0" dirty="0">
                <a:solidFill>
                  <a:srgbClr val="343434"/>
                </a:solidFill>
                <a:effectLst/>
              </a:rPr>
              <a:t>500000</a:t>
            </a:r>
            <a:br>
              <a:rPr lang="en-US" sz="2600" b="0" i="0" dirty="0">
                <a:solidFill>
                  <a:srgbClr val="343434"/>
                </a:solidFill>
                <a:effectLst/>
              </a:rPr>
            </a:br>
            <a:r>
              <a:rPr lang="en-US" sz="2600" b="0" i="0" dirty="0">
                <a:solidFill>
                  <a:srgbClr val="343434"/>
                </a:solidFill>
                <a:effectLst/>
              </a:rPr>
              <a:t>26</a:t>
            </a:r>
            <a:br>
              <a:rPr lang="en-US" sz="2600" b="0" i="0" dirty="0">
                <a:solidFill>
                  <a:srgbClr val="343434"/>
                </a:solidFill>
                <a:effectLst/>
              </a:rPr>
            </a:br>
            <a:r>
              <a:rPr lang="en-US" sz="2600" b="0" i="0" dirty="0">
                <a:solidFill>
                  <a:srgbClr val="343434"/>
                </a:solidFill>
                <a:effectLst/>
              </a:rPr>
              <a:t>3</a:t>
            </a:r>
            <a:br>
              <a:rPr lang="en-US" sz="2600" b="0" i="0" dirty="0">
                <a:solidFill>
                  <a:srgbClr val="343434"/>
                </a:solidFill>
                <a:effectLst/>
              </a:rPr>
            </a:br>
            <a:r>
              <a:rPr lang="en-US" sz="2600" b="0" i="0" dirty="0">
                <a:solidFill>
                  <a:srgbClr val="343434"/>
                </a:solidFill>
                <a:effectLst/>
              </a:rPr>
              <a:t>13 9.5</a:t>
            </a:r>
            <a:br>
              <a:rPr lang="en-US" sz="2600" b="0" i="0" dirty="0">
                <a:solidFill>
                  <a:srgbClr val="343434"/>
                </a:solidFill>
                <a:effectLst/>
              </a:rPr>
            </a:br>
            <a:r>
              <a:rPr lang="en-US" sz="2600" b="0" i="0" dirty="0">
                <a:solidFill>
                  <a:srgbClr val="343434"/>
                </a:solidFill>
                <a:effectLst/>
              </a:rPr>
              <a:t>3 6.9</a:t>
            </a:r>
            <a:br>
              <a:rPr lang="en-US" sz="2600" b="0" i="0" dirty="0">
                <a:solidFill>
                  <a:srgbClr val="343434"/>
                </a:solidFill>
                <a:effectLst/>
              </a:rPr>
            </a:br>
            <a:r>
              <a:rPr lang="en-US" sz="2600" b="0" i="0" dirty="0">
                <a:solidFill>
                  <a:srgbClr val="343434"/>
                </a:solidFill>
                <a:effectLst/>
              </a:rPr>
              <a:t>10 5.6</a:t>
            </a:r>
            <a:br>
              <a:rPr lang="en-US" sz="2600" b="0" i="0" dirty="0">
                <a:solidFill>
                  <a:srgbClr val="343434"/>
                </a:solidFill>
                <a:effectLst/>
              </a:rPr>
            </a:br>
            <a:r>
              <a:rPr lang="en-US" sz="2600" b="0" i="0" dirty="0">
                <a:solidFill>
                  <a:srgbClr val="343434"/>
                </a:solidFill>
                <a:effectLst/>
              </a:rPr>
              <a:t>3</a:t>
            </a:r>
            <a:br>
              <a:rPr lang="en-US" sz="2600" b="0" i="0" dirty="0">
                <a:solidFill>
                  <a:srgbClr val="343434"/>
                </a:solidFill>
                <a:effectLst/>
              </a:rPr>
            </a:br>
            <a:r>
              <a:rPr lang="en-US" sz="2600" b="0" i="0" dirty="0">
                <a:solidFill>
                  <a:srgbClr val="343434"/>
                </a:solidFill>
                <a:effectLst/>
              </a:rPr>
              <a:t>14 8.5</a:t>
            </a:r>
            <a:br>
              <a:rPr lang="en-US" sz="2600" b="0" i="0" dirty="0">
                <a:solidFill>
                  <a:srgbClr val="343434"/>
                </a:solidFill>
                <a:effectLst/>
              </a:rPr>
            </a:br>
            <a:r>
              <a:rPr lang="en-US" sz="2600" b="0" i="0" dirty="0">
                <a:solidFill>
                  <a:srgbClr val="343434"/>
                </a:solidFill>
                <a:effectLst/>
              </a:rPr>
              <a:t>6 7.4</a:t>
            </a:r>
            <a:br>
              <a:rPr lang="en-US" sz="2600" b="0" i="0" dirty="0">
                <a:solidFill>
                  <a:srgbClr val="343434"/>
                </a:solidFill>
                <a:effectLst/>
              </a:rPr>
            </a:br>
            <a:r>
              <a:rPr lang="en-US" sz="2600" b="0" i="0" dirty="0">
                <a:solidFill>
                  <a:srgbClr val="343434"/>
                </a:solidFill>
                <a:effectLst/>
              </a:rPr>
              <a:t>6 9.6</a:t>
            </a:r>
          </a:p>
          <a:p>
            <a:pPr marL="0" indent="0" algn="l">
              <a:buNone/>
            </a:pPr>
            <a:r>
              <a:rPr lang="en-US" sz="2600" b="1" i="0" dirty="0">
                <a:solidFill>
                  <a:srgbClr val="343434"/>
                </a:solidFill>
                <a:effectLst/>
              </a:rPr>
              <a:t>Output</a:t>
            </a:r>
            <a:r>
              <a:rPr lang="en-US" sz="2600" b="0" i="0" dirty="0">
                <a:solidFill>
                  <a:srgbClr val="343434"/>
                </a:solidFill>
                <a:effectLst/>
              </a:rPr>
              <a:t>: Bank A</a:t>
            </a:r>
          </a:p>
          <a:p>
            <a:pPr marL="0" indent="0">
              <a:buNone/>
            </a:pPr>
            <a:endParaRPr lang="en-IN" sz="2600" dirty="0"/>
          </a:p>
        </p:txBody>
      </p:sp>
    </p:spTree>
    <p:extLst>
      <p:ext uri="{BB962C8B-B14F-4D97-AF65-F5344CB8AC3E}">
        <p14:creationId xmlns:p14="http://schemas.microsoft.com/office/powerpoint/2010/main" val="41456842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264BB0-9FB9-5520-8C72-CE83D13EFCE9}"/>
              </a:ext>
            </a:extLst>
          </p:cNvPr>
          <p:cNvSpPr>
            <a:spLocks noGrp="1"/>
          </p:cNvSpPr>
          <p:nvPr>
            <p:ph idx="1"/>
          </p:nvPr>
        </p:nvSpPr>
        <p:spPr>
          <a:xfrm>
            <a:off x="838200" y="206477"/>
            <a:ext cx="10515600" cy="6449962"/>
          </a:xfrm>
        </p:spPr>
        <p:txBody>
          <a:bodyPr>
            <a:noAutofit/>
          </a:bodyPr>
          <a:lstStyle/>
          <a:p>
            <a:pPr marL="0" indent="0" algn="just">
              <a:spcBef>
                <a:spcPts val="0"/>
              </a:spcBef>
              <a:buNone/>
            </a:pPr>
            <a:r>
              <a:rPr lang="en-IN" sz="2600" b="1" dirty="0"/>
              <a:t>bank = []</a:t>
            </a:r>
          </a:p>
          <a:p>
            <a:pPr marL="0" indent="0" algn="just">
              <a:spcBef>
                <a:spcPts val="0"/>
              </a:spcBef>
              <a:buNone/>
            </a:pPr>
            <a:r>
              <a:rPr lang="en-IN" sz="2600" b="1" dirty="0"/>
              <a:t>principal = int(input())</a:t>
            </a:r>
          </a:p>
          <a:p>
            <a:pPr marL="0" indent="0" algn="just">
              <a:spcBef>
                <a:spcPts val="0"/>
              </a:spcBef>
              <a:buNone/>
            </a:pPr>
            <a:r>
              <a:rPr lang="en-IN" sz="2600" b="1" dirty="0"/>
              <a:t>year = int(input())</a:t>
            </a:r>
          </a:p>
          <a:p>
            <a:pPr marL="0" indent="0" algn="just">
              <a:spcBef>
                <a:spcPts val="0"/>
              </a:spcBef>
              <a:buNone/>
            </a:pPr>
            <a:r>
              <a:rPr lang="en-IN" sz="2600" b="1" dirty="0"/>
              <a:t>for </a:t>
            </a:r>
            <a:r>
              <a:rPr lang="en-IN" sz="2600" b="1" dirty="0" err="1"/>
              <a:t>i</a:t>
            </a:r>
            <a:r>
              <a:rPr lang="en-IN" sz="2600" b="1" dirty="0"/>
              <a:t> in range(2):</a:t>
            </a:r>
          </a:p>
          <a:p>
            <a:pPr marL="0" indent="0" algn="just">
              <a:spcBef>
                <a:spcPts val="0"/>
              </a:spcBef>
              <a:buNone/>
            </a:pPr>
            <a:r>
              <a:rPr lang="en-IN" sz="2600" b="1" dirty="0"/>
              <a:t>    </a:t>
            </a:r>
            <a:r>
              <a:rPr lang="en-IN" sz="2600" b="1" dirty="0" err="1"/>
              <a:t>installments</a:t>
            </a:r>
            <a:r>
              <a:rPr lang="en-IN" sz="2600" b="1" dirty="0"/>
              <a:t> = int(input())</a:t>
            </a:r>
          </a:p>
          <a:p>
            <a:pPr marL="0" indent="0" algn="just">
              <a:spcBef>
                <a:spcPts val="0"/>
              </a:spcBef>
              <a:buNone/>
            </a:pPr>
            <a:r>
              <a:rPr lang="en-IN" sz="2600" b="1" dirty="0"/>
              <a:t>    sum = 0</a:t>
            </a:r>
          </a:p>
          <a:p>
            <a:pPr marL="0" indent="0" algn="just">
              <a:spcBef>
                <a:spcPts val="0"/>
              </a:spcBef>
              <a:buNone/>
            </a:pPr>
            <a:r>
              <a:rPr lang="en-IN" sz="2600" b="1" dirty="0"/>
              <a:t>    for </a:t>
            </a:r>
            <a:r>
              <a:rPr lang="en-IN" sz="2600" b="1" dirty="0" err="1"/>
              <a:t>i</a:t>
            </a:r>
            <a:r>
              <a:rPr lang="en-IN" sz="2600" b="1" dirty="0"/>
              <a:t> in range(0, </a:t>
            </a:r>
            <a:r>
              <a:rPr lang="en-IN" sz="2600" b="1" dirty="0" err="1"/>
              <a:t>installments</a:t>
            </a:r>
            <a:r>
              <a:rPr lang="en-IN" sz="2600" b="1" dirty="0"/>
              <a:t>):</a:t>
            </a:r>
          </a:p>
          <a:p>
            <a:pPr marL="0" indent="0" algn="just">
              <a:spcBef>
                <a:spcPts val="0"/>
              </a:spcBef>
              <a:buNone/>
            </a:pPr>
            <a:r>
              <a:rPr lang="en-IN" sz="2600" b="1" dirty="0"/>
              <a:t>        year, </a:t>
            </a:r>
            <a:r>
              <a:rPr lang="en-IN" sz="2600" b="1" dirty="0" err="1"/>
              <a:t>roi</a:t>
            </a:r>
            <a:r>
              <a:rPr lang="en-IN" sz="2600" b="1" dirty="0"/>
              <a:t> = map(</a:t>
            </a:r>
            <a:r>
              <a:rPr lang="en-IN" sz="2600" b="1" dirty="0" err="1"/>
              <a:t>float,input</a:t>
            </a:r>
            <a:r>
              <a:rPr lang="en-IN" sz="2600" b="1" dirty="0"/>
              <a:t>().split())</a:t>
            </a:r>
          </a:p>
          <a:p>
            <a:pPr marL="0" indent="0" algn="just">
              <a:spcBef>
                <a:spcPts val="0"/>
              </a:spcBef>
              <a:buNone/>
            </a:pPr>
            <a:r>
              <a:rPr lang="en-IN" sz="2600" b="1" dirty="0"/>
              <a:t>        year = int(year)</a:t>
            </a:r>
          </a:p>
          <a:p>
            <a:pPr marL="0" indent="0" algn="just">
              <a:spcBef>
                <a:spcPts val="0"/>
              </a:spcBef>
              <a:buNone/>
            </a:pPr>
            <a:r>
              <a:rPr lang="en-IN" sz="2600" b="1" dirty="0"/>
              <a:t>        square = pow((1+roi),year*12)</a:t>
            </a:r>
          </a:p>
          <a:p>
            <a:pPr marL="0" indent="0" algn="just">
              <a:spcBef>
                <a:spcPts val="0"/>
              </a:spcBef>
              <a:buNone/>
            </a:pPr>
            <a:r>
              <a:rPr lang="en-IN" sz="2600" b="1" dirty="0"/>
              <a:t>        </a:t>
            </a:r>
            <a:r>
              <a:rPr lang="en-IN" sz="2600" b="1" dirty="0" err="1"/>
              <a:t>emi</a:t>
            </a:r>
            <a:r>
              <a:rPr lang="en-IN" sz="2600" b="1" dirty="0"/>
              <a:t> = (principal*(</a:t>
            </a:r>
            <a:r>
              <a:rPr lang="en-IN" sz="2600" b="1" dirty="0" err="1"/>
              <a:t>roi</a:t>
            </a:r>
            <a:r>
              <a:rPr lang="en-IN" sz="2600" b="1" dirty="0"/>
              <a:t>)/(1-1/square))</a:t>
            </a:r>
          </a:p>
          <a:p>
            <a:pPr marL="0" indent="0" algn="just">
              <a:spcBef>
                <a:spcPts val="0"/>
              </a:spcBef>
              <a:buNone/>
            </a:pPr>
            <a:r>
              <a:rPr lang="en-IN" sz="2600" b="1" dirty="0"/>
              <a:t>        sum = sum + </a:t>
            </a:r>
            <a:r>
              <a:rPr lang="en-IN" sz="2600" b="1" dirty="0" err="1"/>
              <a:t>emi</a:t>
            </a:r>
            <a:endParaRPr lang="en-IN" sz="2600" b="1" dirty="0"/>
          </a:p>
          <a:p>
            <a:pPr marL="0" indent="0" algn="just">
              <a:spcBef>
                <a:spcPts val="0"/>
              </a:spcBef>
              <a:buNone/>
            </a:pPr>
            <a:r>
              <a:rPr lang="en-IN" sz="2600" b="1" dirty="0"/>
              <a:t>    </a:t>
            </a:r>
            <a:r>
              <a:rPr lang="en-IN" sz="2600" b="1" dirty="0" err="1"/>
              <a:t>bank.append</a:t>
            </a:r>
            <a:r>
              <a:rPr lang="en-IN" sz="2600" b="1" dirty="0"/>
              <a:t>(sum)</a:t>
            </a:r>
          </a:p>
          <a:p>
            <a:pPr marL="0" indent="0" algn="just">
              <a:spcBef>
                <a:spcPts val="0"/>
              </a:spcBef>
              <a:buNone/>
            </a:pPr>
            <a:r>
              <a:rPr lang="en-IN" sz="2600" b="1" dirty="0"/>
              <a:t> </a:t>
            </a:r>
          </a:p>
          <a:p>
            <a:pPr marL="0" indent="0" algn="just">
              <a:spcBef>
                <a:spcPts val="0"/>
              </a:spcBef>
              <a:buNone/>
            </a:pPr>
            <a:r>
              <a:rPr lang="en-IN" sz="2600" b="1" dirty="0"/>
              <a:t>if bank[0] &lt; bank[1]:</a:t>
            </a:r>
          </a:p>
          <a:p>
            <a:pPr marL="0" indent="0" algn="just">
              <a:spcBef>
                <a:spcPts val="0"/>
              </a:spcBef>
              <a:buNone/>
            </a:pPr>
            <a:r>
              <a:rPr lang="en-IN" sz="2600" b="1" dirty="0"/>
              <a:t>    print("Bank A")</a:t>
            </a:r>
          </a:p>
          <a:p>
            <a:pPr marL="0" indent="0" algn="just">
              <a:spcBef>
                <a:spcPts val="0"/>
              </a:spcBef>
              <a:buNone/>
            </a:pPr>
            <a:r>
              <a:rPr lang="en-IN" sz="2600" b="1" dirty="0"/>
              <a:t>else:</a:t>
            </a:r>
          </a:p>
          <a:p>
            <a:pPr marL="0" indent="0" algn="just">
              <a:spcBef>
                <a:spcPts val="0"/>
              </a:spcBef>
              <a:buNone/>
            </a:pPr>
            <a:r>
              <a:rPr lang="en-IN" sz="2600" b="1" dirty="0"/>
              <a:t>    print("Bank B")</a:t>
            </a:r>
          </a:p>
          <a:p>
            <a:pPr marL="0" indent="0" algn="just">
              <a:spcBef>
                <a:spcPts val="0"/>
              </a:spcBef>
              <a:buNone/>
            </a:pPr>
            <a:endParaRPr lang="en-IN" sz="2600" b="1" dirty="0"/>
          </a:p>
        </p:txBody>
      </p:sp>
    </p:spTree>
    <p:extLst>
      <p:ext uri="{BB962C8B-B14F-4D97-AF65-F5344CB8AC3E}">
        <p14:creationId xmlns:p14="http://schemas.microsoft.com/office/powerpoint/2010/main" val="2691984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EBBE4-1F70-B1EB-9859-CD70578262DF}"/>
              </a:ext>
            </a:extLst>
          </p:cNvPr>
          <p:cNvSpPr>
            <a:spLocks noGrp="1"/>
          </p:cNvSpPr>
          <p:nvPr>
            <p:ph type="title"/>
          </p:nvPr>
        </p:nvSpPr>
        <p:spPr>
          <a:xfrm>
            <a:off x="838200" y="365126"/>
            <a:ext cx="10515600" cy="450952"/>
          </a:xfrm>
        </p:spPr>
        <p:txBody>
          <a:bodyPr>
            <a:noAutofit/>
          </a:bodyPr>
          <a:lstStyle/>
          <a:p>
            <a:r>
              <a:rPr lang="en-US" sz="3000" b="1" dirty="0">
                <a:solidFill>
                  <a:srgbClr val="FF0000"/>
                </a:solidFill>
                <a:latin typeface="+mn-lt"/>
              </a:rPr>
              <a:t>Problem Statement 8</a:t>
            </a:r>
            <a:endParaRPr lang="en-IN" sz="3000" b="1" dirty="0">
              <a:solidFill>
                <a:srgbClr val="FF0000"/>
              </a:solidFill>
              <a:latin typeface="+mn-lt"/>
            </a:endParaRPr>
          </a:p>
        </p:txBody>
      </p:sp>
      <p:sp>
        <p:nvSpPr>
          <p:cNvPr id="3" name="Content Placeholder 2">
            <a:extLst>
              <a:ext uri="{FF2B5EF4-FFF2-40B4-BE49-F238E27FC236}">
                <a16:creationId xmlns:a16="http://schemas.microsoft.com/office/drawing/2014/main" id="{0FC03F78-9E87-5F86-39F3-828E4A7683EF}"/>
              </a:ext>
            </a:extLst>
          </p:cNvPr>
          <p:cNvSpPr>
            <a:spLocks noGrp="1"/>
          </p:cNvSpPr>
          <p:nvPr>
            <p:ph idx="1"/>
          </p:nvPr>
        </p:nvSpPr>
        <p:spPr>
          <a:xfrm>
            <a:off x="838200" y="1101214"/>
            <a:ext cx="10515600" cy="5391662"/>
          </a:xfrm>
        </p:spPr>
        <p:txBody>
          <a:bodyPr>
            <a:normAutofit/>
          </a:bodyPr>
          <a:lstStyle/>
          <a:p>
            <a:pPr algn="just">
              <a:buFont typeface="Wingdings" panose="05000000000000000000" pitchFamily="2" charset="2"/>
              <a:buChar char="Ø"/>
            </a:pPr>
            <a:r>
              <a:rPr lang="en-US" sz="2600" b="1" i="0" dirty="0">
                <a:solidFill>
                  <a:srgbClr val="343434"/>
                </a:solidFill>
                <a:effectLst/>
              </a:rPr>
              <a:t>Some prime numbers can be expressed as a sum of other consecutive prime numbers. For example 5 = 2 + 3, 17 = 2 + 3 + 5 + 7, 41 = 2 + 3 + 5 + 7 + 11 + 13. Your task is to find out how many prime numbers which satisfy this property are present in the range 3 to N subject to a constraint that summation should always start with number 2.</a:t>
            </a:r>
          </a:p>
          <a:p>
            <a:pPr algn="just">
              <a:buFont typeface="Wingdings" panose="05000000000000000000" pitchFamily="2" charset="2"/>
              <a:buChar char="Ø"/>
            </a:pPr>
            <a:r>
              <a:rPr lang="en-US" sz="2600" b="1" i="0" dirty="0">
                <a:solidFill>
                  <a:srgbClr val="343434"/>
                </a:solidFill>
                <a:effectLst/>
              </a:rPr>
              <a:t>Write code to find out the number of prime numbers that satisfy the above-mentioned property in a given range.</a:t>
            </a:r>
          </a:p>
          <a:p>
            <a:pPr marL="0" indent="0" algn="just">
              <a:buNone/>
            </a:pPr>
            <a:endParaRPr lang="en-US" sz="2600" b="1" i="0" dirty="0">
              <a:solidFill>
                <a:srgbClr val="343434"/>
              </a:solidFill>
              <a:effectLst/>
            </a:endParaRPr>
          </a:p>
          <a:p>
            <a:pPr algn="just">
              <a:buFont typeface="Wingdings" panose="05000000000000000000" pitchFamily="2" charset="2"/>
              <a:buChar char="Ø"/>
            </a:pPr>
            <a:r>
              <a:rPr lang="en-US" sz="2600" b="1" i="0" dirty="0">
                <a:solidFill>
                  <a:srgbClr val="343434"/>
                </a:solidFill>
                <a:effectLst/>
              </a:rPr>
              <a:t>Input Format: First line contains a number N</a:t>
            </a:r>
          </a:p>
          <a:p>
            <a:pPr algn="just">
              <a:buFont typeface="Wingdings" panose="05000000000000000000" pitchFamily="2" charset="2"/>
              <a:buChar char="Ø"/>
            </a:pPr>
            <a:r>
              <a:rPr lang="en-US" sz="2600" b="1" i="0" dirty="0">
                <a:solidFill>
                  <a:srgbClr val="343434"/>
                </a:solidFill>
                <a:effectLst/>
              </a:rPr>
              <a:t>Output Format: Print the total number of all such prime numbers which are less than or equal to N.</a:t>
            </a:r>
          </a:p>
        </p:txBody>
      </p:sp>
    </p:spTree>
    <p:extLst>
      <p:ext uri="{BB962C8B-B14F-4D97-AF65-F5344CB8AC3E}">
        <p14:creationId xmlns:p14="http://schemas.microsoft.com/office/powerpoint/2010/main" val="9206023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AA90C6-379C-FA8F-76B3-756B88EB3A8E}"/>
              </a:ext>
            </a:extLst>
          </p:cNvPr>
          <p:cNvSpPr>
            <a:spLocks noGrp="1"/>
          </p:cNvSpPr>
          <p:nvPr>
            <p:ph idx="1"/>
          </p:nvPr>
        </p:nvSpPr>
        <p:spPr>
          <a:xfrm>
            <a:off x="838200" y="865239"/>
            <a:ext cx="10515600" cy="5311724"/>
          </a:xfrm>
        </p:spPr>
        <p:txBody>
          <a:bodyPr>
            <a:normAutofit/>
          </a:bodyPr>
          <a:lstStyle/>
          <a:p>
            <a:pPr marL="0" indent="0" algn="l">
              <a:buNone/>
            </a:pPr>
            <a:r>
              <a:rPr lang="en-US" sz="2400" b="1" i="0" dirty="0">
                <a:solidFill>
                  <a:srgbClr val="FF0000"/>
                </a:solidFill>
                <a:effectLst/>
              </a:rPr>
              <a:t>Example:</a:t>
            </a:r>
            <a:r>
              <a:rPr lang="en-US" sz="2400" b="0" i="0" dirty="0">
                <a:solidFill>
                  <a:srgbClr val="FF0000"/>
                </a:solidFill>
                <a:effectLst/>
              </a:rPr>
              <a:t>                                 </a:t>
            </a:r>
          </a:p>
          <a:p>
            <a:pPr marL="0" indent="0" algn="l">
              <a:buNone/>
            </a:pPr>
            <a:r>
              <a:rPr lang="en-US" sz="2400" b="1" i="0" dirty="0">
                <a:solidFill>
                  <a:srgbClr val="343434"/>
                </a:solidFill>
                <a:effectLst/>
              </a:rPr>
              <a:t>Input :</a:t>
            </a:r>
            <a:endParaRPr lang="en-US" sz="2400" b="0" i="0" dirty="0">
              <a:solidFill>
                <a:srgbClr val="343434"/>
              </a:solidFill>
              <a:effectLst/>
            </a:endParaRPr>
          </a:p>
          <a:p>
            <a:pPr marL="0" indent="0" algn="l">
              <a:buNone/>
            </a:pPr>
            <a:r>
              <a:rPr lang="en-US" sz="2400" b="0" i="0" dirty="0">
                <a:solidFill>
                  <a:srgbClr val="343434"/>
                </a:solidFill>
                <a:effectLst/>
              </a:rPr>
              <a:t>20                       </a:t>
            </a:r>
          </a:p>
          <a:p>
            <a:pPr marL="0" indent="0" algn="l">
              <a:buNone/>
            </a:pPr>
            <a:r>
              <a:rPr lang="en-US" sz="2400" b="1" i="0" dirty="0">
                <a:solidFill>
                  <a:srgbClr val="343434"/>
                </a:solidFill>
                <a:effectLst/>
              </a:rPr>
              <a:t>Output :</a:t>
            </a:r>
            <a:endParaRPr lang="en-US" sz="2400" b="0" i="0" dirty="0">
              <a:solidFill>
                <a:srgbClr val="343434"/>
              </a:solidFill>
              <a:effectLst/>
            </a:endParaRPr>
          </a:p>
          <a:p>
            <a:pPr marL="0" indent="0" algn="l">
              <a:buNone/>
            </a:pPr>
            <a:r>
              <a:rPr lang="en-US" sz="2400" b="0" i="0" dirty="0">
                <a:solidFill>
                  <a:srgbClr val="343434"/>
                </a:solidFill>
                <a:effectLst/>
              </a:rPr>
              <a:t>2                                                                    </a:t>
            </a:r>
          </a:p>
          <a:p>
            <a:pPr marL="0" indent="0" algn="l">
              <a:buNone/>
            </a:pPr>
            <a:r>
              <a:rPr lang="en-US" sz="2400" b="1" i="0" dirty="0">
                <a:solidFill>
                  <a:srgbClr val="343434"/>
                </a:solidFill>
                <a:effectLst/>
              </a:rPr>
              <a:t>Explanation :</a:t>
            </a:r>
            <a:br>
              <a:rPr lang="en-US" sz="2400" b="1" i="0" dirty="0">
                <a:solidFill>
                  <a:srgbClr val="343434"/>
                </a:solidFill>
                <a:effectLst/>
              </a:rPr>
            </a:br>
            <a:endParaRPr lang="en-US" sz="2400" b="0" i="0" dirty="0">
              <a:solidFill>
                <a:srgbClr val="343434"/>
              </a:solidFill>
              <a:effectLst/>
            </a:endParaRPr>
          </a:p>
          <a:p>
            <a:pPr marL="0" indent="0" algn="l">
              <a:buNone/>
            </a:pPr>
            <a:r>
              <a:rPr lang="en-US" sz="2400" b="0" i="0" dirty="0">
                <a:solidFill>
                  <a:srgbClr val="343434"/>
                </a:solidFill>
                <a:effectLst/>
              </a:rPr>
              <a:t>Below 20, there are 2 such numbers, </a:t>
            </a:r>
            <a:br>
              <a:rPr lang="en-US" sz="2400" b="0" i="0" dirty="0">
                <a:solidFill>
                  <a:srgbClr val="343434"/>
                </a:solidFill>
                <a:effectLst/>
              </a:rPr>
            </a:br>
            <a:r>
              <a:rPr lang="en-US" sz="2400" b="0" i="0" dirty="0">
                <a:solidFill>
                  <a:srgbClr val="343434"/>
                </a:solidFill>
                <a:effectLst/>
              </a:rPr>
              <a:t>5=2+3</a:t>
            </a:r>
            <a:br>
              <a:rPr lang="en-US" sz="2400" b="0" i="0" dirty="0">
                <a:solidFill>
                  <a:srgbClr val="343434"/>
                </a:solidFill>
                <a:effectLst/>
              </a:rPr>
            </a:br>
            <a:r>
              <a:rPr lang="en-US" sz="2400" b="0" i="0" dirty="0">
                <a:solidFill>
                  <a:srgbClr val="343434"/>
                </a:solidFill>
                <a:effectLst/>
              </a:rPr>
              <a:t>17=2+3+5+7</a:t>
            </a:r>
          </a:p>
          <a:p>
            <a:pPr marL="0" indent="0">
              <a:buNone/>
            </a:pPr>
            <a:endParaRPr lang="en-IN" sz="2400" dirty="0"/>
          </a:p>
        </p:txBody>
      </p:sp>
    </p:spTree>
    <p:extLst>
      <p:ext uri="{BB962C8B-B14F-4D97-AF65-F5344CB8AC3E}">
        <p14:creationId xmlns:p14="http://schemas.microsoft.com/office/powerpoint/2010/main" val="36603284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7298B4-8764-DA2B-C18F-1405B20BA972}"/>
              </a:ext>
            </a:extLst>
          </p:cNvPr>
          <p:cNvSpPr>
            <a:spLocks noGrp="1"/>
          </p:cNvSpPr>
          <p:nvPr>
            <p:ph idx="1"/>
          </p:nvPr>
        </p:nvSpPr>
        <p:spPr>
          <a:xfrm>
            <a:off x="838200" y="98322"/>
            <a:ext cx="10515600" cy="6759677"/>
          </a:xfrm>
        </p:spPr>
        <p:txBody>
          <a:bodyPr>
            <a:noAutofit/>
          </a:bodyPr>
          <a:lstStyle/>
          <a:p>
            <a:pPr marL="0" indent="0">
              <a:spcBef>
                <a:spcPts val="0"/>
              </a:spcBef>
              <a:buNone/>
            </a:pPr>
            <a:r>
              <a:rPr lang="en-IN" sz="2400" b="1" dirty="0" err="1"/>
              <a:t>num</a:t>
            </a:r>
            <a:r>
              <a:rPr lang="en-IN" sz="2400" b="1" dirty="0"/>
              <a:t> = int(input()), </a:t>
            </a:r>
            <a:r>
              <a:rPr lang="en-IN" sz="2400" b="1" dirty="0" err="1"/>
              <a:t>arr</a:t>
            </a:r>
            <a:r>
              <a:rPr lang="en-IN" sz="2400" b="1" dirty="0"/>
              <a:t> = [],sum = 0,count = 0</a:t>
            </a:r>
          </a:p>
          <a:p>
            <a:pPr marL="0" indent="0">
              <a:spcBef>
                <a:spcPts val="0"/>
              </a:spcBef>
              <a:buNone/>
            </a:pPr>
            <a:r>
              <a:rPr lang="en-IN" sz="2400" b="1" dirty="0"/>
              <a:t>if </a:t>
            </a:r>
            <a:r>
              <a:rPr lang="en-IN" sz="2400" b="1" dirty="0" err="1"/>
              <a:t>num</a:t>
            </a:r>
            <a:r>
              <a:rPr lang="en-IN" sz="2400" b="1" dirty="0"/>
              <a:t> &gt; 1:</a:t>
            </a:r>
          </a:p>
          <a:p>
            <a:pPr marL="0" indent="0">
              <a:spcBef>
                <a:spcPts val="0"/>
              </a:spcBef>
              <a:buNone/>
            </a:pPr>
            <a:r>
              <a:rPr lang="en-IN" sz="2400" b="1" dirty="0"/>
              <a:t>    for </a:t>
            </a:r>
            <a:r>
              <a:rPr lang="en-IN" sz="2400" b="1" dirty="0" err="1"/>
              <a:t>i</a:t>
            </a:r>
            <a:r>
              <a:rPr lang="en-IN" sz="2400" b="1" dirty="0"/>
              <a:t> in range(2, </a:t>
            </a:r>
            <a:r>
              <a:rPr lang="en-IN" sz="2400" b="1" dirty="0" err="1"/>
              <a:t>num</a:t>
            </a:r>
            <a:r>
              <a:rPr lang="en-IN" sz="2400" b="1" dirty="0"/>
              <a:t> + 2):</a:t>
            </a:r>
          </a:p>
          <a:p>
            <a:pPr marL="0" indent="0">
              <a:spcBef>
                <a:spcPts val="0"/>
              </a:spcBef>
              <a:buNone/>
            </a:pPr>
            <a:r>
              <a:rPr lang="en-IN" sz="2400" b="1" dirty="0"/>
              <a:t>        for j in range(2, </a:t>
            </a:r>
            <a:r>
              <a:rPr lang="en-IN" sz="2400" b="1" dirty="0" err="1"/>
              <a:t>i</a:t>
            </a:r>
            <a:r>
              <a:rPr lang="en-IN" sz="2400" b="1" dirty="0"/>
              <a:t>):</a:t>
            </a:r>
          </a:p>
          <a:p>
            <a:pPr marL="0" indent="0">
              <a:spcBef>
                <a:spcPts val="0"/>
              </a:spcBef>
              <a:buNone/>
            </a:pPr>
            <a:r>
              <a:rPr lang="en-IN" sz="2400" b="1" dirty="0"/>
              <a:t>            if </a:t>
            </a:r>
            <a:r>
              <a:rPr lang="en-IN" sz="2400" b="1" dirty="0" err="1"/>
              <a:t>i</a:t>
            </a:r>
            <a:r>
              <a:rPr lang="en-IN" sz="2400" b="1" dirty="0"/>
              <a:t> % j == 0:</a:t>
            </a:r>
          </a:p>
          <a:p>
            <a:pPr marL="0" indent="0">
              <a:spcBef>
                <a:spcPts val="0"/>
              </a:spcBef>
              <a:buNone/>
            </a:pPr>
            <a:r>
              <a:rPr lang="en-IN" sz="2400" b="1" dirty="0"/>
              <a:t>                break</a:t>
            </a:r>
          </a:p>
          <a:p>
            <a:pPr marL="0" indent="0">
              <a:spcBef>
                <a:spcPts val="0"/>
              </a:spcBef>
              <a:buNone/>
            </a:pPr>
            <a:r>
              <a:rPr lang="en-IN" sz="2400" b="1" dirty="0"/>
              <a:t>        else:</a:t>
            </a:r>
          </a:p>
          <a:p>
            <a:pPr marL="0" indent="0">
              <a:spcBef>
                <a:spcPts val="0"/>
              </a:spcBef>
              <a:buNone/>
            </a:pPr>
            <a:r>
              <a:rPr lang="en-IN" sz="2400" b="1" dirty="0"/>
              <a:t>            </a:t>
            </a:r>
            <a:r>
              <a:rPr lang="en-IN" sz="2400" b="1" dirty="0" err="1"/>
              <a:t>arr.append</a:t>
            </a:r>
            <a:r>
              <a:rPr lang="en-IN" sz="2400" b="1" dirty="0"/>
              <a:t>(</a:t>
            </a:r>
            <a:r>
              <a:rPr lang="en-IN" sz="2400" b="1" dirty="0" err="1"/>
              <a:t>i</a:t>
            </a:r>
            <a:r>
              <a:rPr lang="en-IN" sz="2400" b="1" dirty="0"/>
              <a:t>)</a:t>
            </a:r>
          </a:p>
          <a:p>
            <a:pPr marL="0" indent="0">
              <a:spcBef>
                <a:spcPts val="0"/>
              </a:spcBef>
              <a:buNone/>
            </a:pPr>
            <a:r>
              <a:rPr lang="en-IN" sz="2400" b="1" dirty="0"/>
              <a:t>def </a:t>
            </a:r>
            <a:r>
              <a:rPr lang="en-IN" sz="2400" b="1" dirty="0" err="1"/>
              <a:t>is_prime</a:t>
            </a:r>
            <a:r>
              <a:rPr lang="en-IN" sz="2400" b="1" dirty="0"/>
              <a:t>(sum):</a:t>
            </a:r>
          </a:p>
          <a:p>
            <a:pPr marL="0" indent="0">
              <a:spcBef>
                <a:spcPts val="0"/>
              </a:spcBef>
              <a:buNone/>
            </a:pPr>
            <a:r>
              <a:rPr lang="en-IN" sz="2400" b="1" dirty="0"/>
              <a:t>    for </a:t>
            </a:r>
            <a:r>
              <a:rPr lang="en-IN" sz="2400" b="1" dirty="0" err="1"/>
              <a:t>i</a:t>
            </a:r>
            <a:r>
              <a:rPr lang="en-IN" sz="2400" b="1" dirty="0"/>
              <a:t> in range(2, (sum // 2) +2):</a:t>
            </a:r>
          </a:p>
          <a:p>
            <a:pPr marL="0" indent="0">
              <a:spcBef>
                <a:spcPts val="0"/>
              </a:spcBef>
              <a:buNone/>
            </a:pPr>
            <a:r>
              <a:rPr lang="en-IN" sz="2400" b="1" dirty="0"/>
              <a:t>        if sum % </a:t>
            </a:r>
            <a:r>
              <a:rPr lang="en-IN" sz="2400" b="1" dirty="0" err="1"/>
              <a:t>i</a:t>
            </a:r>
            <a:r>
              <a:rPr lang="en-IN" sz="2400" b="1" dirty="0"/>
              <a:t> == 0:</a:t>
            </a:r>
          </a:p>
          <a:p>
            <a:pPr marL="0" indent="0">
              <a:spcBef>
                <a:spcPts val="0"/>
              </a:spcBef>
              <a:buNone/>
            </a:pPr>
            <a:r>
              <a:rPr lang="en-IN" sz="2400" b="1" dirty="0"/>
              <a:t>            return False</a:t>
            </a:r>
          </a:p>
          <a:p>
            <a:pPr marL="0" indent="0">
              <a:spcBef>
                <a:spcPts val="0"/>
              </a:spcBef>
              <a:buNone/>
            </a:pPr>
            <a:r>
              <a:rPr lang="en-IN" sz="2400" b="1" dirty="0"/>
              <a:t>        else:</a:t>
            </a:r>
          </a:p>
          <a:p>
            <a:pPr marL="0" indent="0">
              <a:spcBef>
                <a:spcPts val="0"/>
              </a:spcBef>
              <a:buNone/>
            </a:pPr>
            <a:r>
              <a:rPr lang="en-IN" sz="2400" b="1" dirty="0"/>
              <a:t>            return True</a:t>
            </a:r>
          </a:p>
          <a:p>
            <a:pPr marL="0" indent="0">
              <a:spcBef>
                <a:spcPts val="0"/>
              </a:spcBef>
              <a:buNone/>
            </a:pPr>
            <a:r>
              <a:rPr lang="en-IN" sz="2400" b="1" dirty="0"/>
              <a:t>for </a:t>
            </a:r>
            <a:r>
              <a:rPr lang="en-IN" sz="2400" b="1" dirty="0" err="1"/>
              <a:t>i</a:t>
            </a:r>
            <a:r>
              <a:rPr lang="en-IN" sz="2400" b="1" dirty="0"/>
              <a:t> in range(0, </a:t>
            </a:r>
            <a:r>
              <a:rPr lang="en-IN" sz="2400" b="1" dirty="0" err="1"/>
              <a:t>len</a:t>
            </a:r>
            <a:r>
              <a:rPr lang="en-IN" sz="2400" b="1" dirty="0"/>
              <a:t>(</a:t>
            </a:r>
            <a:r>
              <a:rPr lang="en-IN" sz="2400" b="1" dirty="0" err="1"/>
              <a:t>arr</a:t>
            </a:r>
            <a:r>
              <a:rPr lang="en-IN" sz="2400" b="1" dirty="0"/>
              <a:t>)):</a:t>
            </a:r>
          </a:p>
          <a:p>
            <a:pPr marL="0" indent="0">
              <a:spcBef>
                <a:spcPts val="0"/>
              </a:spcBef>
              <a:buNone/>
            </a:pPr>
            <a:r>
              <a:rPr lang="en-IN" sz="2400" b="1" dirty="0"/>
              <a:t>    sum = sum + </a:t>
            </a:r>
            <a:r>
              <a:rPr lang="en-IN" sz="2400" b="1" dirty="0" err="1"/>
              <a:t>arr</a:t>
            </a:r>
            <a:r>
              <a:rPr lang="en-IN" sz="2400" b="1" dirty="0"/>
              <a:t>[</a:t>
            </a:r>
            <a:r>
              <a:rPr lang="en-IN" sz="2400" b="1" dirty="0" err="1"/>
              <a:t>i</a:t>
            </a:r>
            <a:r>
              <a:rPr lang="en-IN" sz="2400" b="1" dirty="0"/>
              <a:t>]</a:t>
            </a:r>
          </a:p>
          <a:p>
            <a:pPr marL="0" indent="0">
              <a:spcBef>
                <a:spcPts val="0"/>
              </a:spcBef>
              <a:buNone/>
            </a:pPr>
            <a:r>
              <a:rPr lang="en-IN" sz="2400" b="1" dirty="0"/>
              <a:t>    if sum &lt;= </a:t>
            </a:r>
            <a:r>
              <a:rPr lang="en-IN" sz="2400" b="1" dirty="0" err="1"/>
              <a:t>num</a:t>
            </a:r>
            <a:r>
              <a:rPr lang="en-IN" sz="2400" b="1" dirty="0"/>
              <a:t>:</a:t>
            </a:r>
          </a:p>
          <a:p>
            <a:pPr marL="0" indent="0">
              <a:spcBef>
                <a:spcPts val="0"/>
              </a:spcBef>
              <a:buNone/>
            </a:pPr>
            <a:r>
              <a:rPr lang="en-IN" sz="2400" b="1" dirty="0"/>
              <a:t>        if </a:t>
            </a:r>
            <a:r>
              <a:rPr lang="en-IN" sz="2400" b="1" dirty="0" err="1"/>
              <a:t>is_prime</a:t>
            </a:r>
            <a:r>
              <a:rPr lang="en-IN" sz="2400" b="1" dirty="0"/>
              <a:t>(sum):</a:t>
            </a:r>
          </a:p>
          <a:p>
            <a:pPr marL="0" indent="0">
              <a:spcBef>
                <a:spcPts val="0"/>
              </a:spcBef>
              <a:buNone/>
            </a:pPr>
            <a:r>
              <a:rPr lang="en-IN" sz="2400" b="1" dirty="0"/>
              <a:t>            count = count + 1</a:t>
            </a:r>
          </a:p>
          <a:p>
            <a:pPr marL="0" indent="0">
              <a:spcBef>
                <a:spcPts val="0"/>
              </a:spcBef>
              <a:buNone/>
            </a:pPr>
            <a:r>
              <a:rPr lang="en-IN" sz="2400" b="1" dirty="0"/>
              <a:t>print(count)</a:t>
            </a:r>
          </a:p>
          <a:p>
            <a:pPr marL="0" indent="0">
              <a:spcBef>
                <a:spcPts val="0"/>
              </a:spcBef>
              <a:buNone/>
            </a:pPr>
            <a:endParaRPr lang="en-IN" sz="2400" b="1" dirty="0"/>
          </a:p>
        </p:txBody>
      </p:sp>
    </p:spTree>
    <p:extLst>
      <p:ext uri="{BB962C8B-B14F-4D97-AF65-F5344CB8AC3E}">
        <p14:creationId xmlns:p14="http://schemas.microsoft.com/office/powerpoint/2010/main" val="28319948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959B4-2588-ECAC-8D63-BCB2234EB2CE}"/>
              </a:ext>
            </a:extLst>
          </p:cNvPr>
          <p:cNvSpPr>
            <a:spLocks noGrp="1"/>
          </p:cNvSpPr>
          <p:nvPr>
            <p:ph type="title"/>
          </p:nvPr>
        </p:nvSpPr>
        <p:spPr>
          <a:xfrm>
            <a:off x="838200" y="365125"/>
            <a:ext cx="10515600" cy="470617"/>
          </a:xfrm>
        </p:spPr>
        <p:txBody>
          <a:bodyPr>
            <a:noAutofit/>
          </a:bodyPr>
          <a:lstStyle/>
          <a:p>
            <a:r>
              <a:rPr lang="en-IN" sz="3000" b="1" i="0" dirty="0">
                <a:solidFill>
                  <a:srgbClr val="FF0000"/>
                </a:solidFill>
                <a:effectLst/>
                <a:latin typeface="+mn-lt"/>
              </a:rPr>
              <a:t>Problem Statement 9: Collecting Candies</a:t>
            </a:r>
            <a:endParaRPr lang="en-IN" sz="3000" dirty="0">
              <a:solidFill>
                <a:srgbClr val="FF0000"/>
              </a:solidFill>
              <a:latin typeface="+mn-lt"/>
            </a:endParaRPr>
          </a:p>
        </p:txBody>
      </p:sp>
      <p:sp>
        <p:nvSpPr>
          <p:cNvPr id="3" name="Content Placeholder 2">
            <a:extLst>
              <a:ext uri="{FF2B5EF4-FFF2-40B4-BE49-F238E27FC236}">
                <a16:creationId xmlns:a16="http://schemas.microsoft.com/office/drawing/2014/main" id="{3707EF58-530B-A25E-DF41-0A8CA701C9D3}"/>
              </a:ext>
            </a:extLst>
          </p:cNvPr>
          <p:cNvSpPr>
            <a:spLocks noGrp="1"/>
          </p:cNvSpPr>
          <p:nvPr>
            <p:ph idx="1"/>
          </p:nvPr>
        </p:nvSpPr>
        <p:spPr>
          <a:xfrm>
            <a:off x="838200" y="973394"/>
            <a:ext cx="10515600" cy="5203569"/>
          </a:xfrm>
        </p:spPr>
        <p:txBody>
          <a:bodyPr>
            <a:normAutofit/>
          </a:bodyPr>
          <a:lstStyle/>
          <a:p>
            <a:pPr algn="just">
              <a:buFont typeface="Wingdings" panose="05000000000000000000" pitchFamily="2" charset="2"/>
              <a:buChar char="Ø"/>
            </a:pPr>
            <a:r>
              <a:rPr lang="en-US" sz="2400" b="1" i="0" dirty="0">
                <a:solidFill>
                  <a:srgbClr val="343434"/>
                </a:solidFill>
                <a:effectLst/>
                <a:latin typeface="roboto" panose="02000000000000000000" pitchFamily="2" charset="0"/>
              </a:rPr>
              <a:t>Krishna loves candies a lot, so whenever he gets them, he stores them so that he can eat them later whenever he wants to.</a:t>
            </a:r>
          </a:p>
          <a:p>
            <a:pPr algn="just">
              <a:buFont typeface="Wingdings" panose="05000000000000000000" pitchFamily="2" charset="2"/>
              <a:buChar char="Ø"/>
            </a:pPr>
            <a:r>
              <a:rPr lang="en-US" sz="2400" b="1" i="0" dirty="0">
                <a:solidFill>
                  <a:srgbClr val="343434"/>
                </a:solidFill>
                <a:effectLst/>
                <a:latin typeface="roboto" panose="02000000000000000000" pitchFamily="2" charset="0"/>
              </a:rPr>
              <a:t>He has recently received N boxes of candies each containing Ci candies where Ci represents the total number of candies in the </a:t>
            </a:r>
            <a:r>
              <a:rPr lang="en-US" sz="2400" b="1" i="0" dirty="0" err="1">
                <a:solidFill>
                  <a:srgbClr val="343434"/>
                </a:solidFill>
                <a:effectLst/>
                <a:latin typeface="roboto" panose="02000000000000000000" pitchFamily="2" charset="0"/>
              </a:rPr>
              <a:t>ith</a:t>
            </a:r>
            <a:r>
              <a:rPr lang="en-US" sz="2400" b="1" i="0" dirty="0">
                <a:solidFill>
                  <a:srgbClr val="343434"/>
                </a:solidFill>
                <a:effectLst/>
                <a:latin typeface="roboto" panose="02000000000000000000" pitchFamily="2" charset="0"/>
              </a:rPr>
              <a:t> box. Krishna wants to store them in a single box. The only constraint is that he can choose any two boxes and store their joint contents in an empty box only. Assume that there are an infinite number of empty boxes available.</a:t>
            </a:r>
          </a:p>
          <a:p>
            <a:pPr algn="just">
              <a:buFont typeface="Wingdings" panose="05000000000000000000" pitchFamily="2" charset="2"/>
              <a:buChar char="Ø"/>
            </a:pPr>
            <a:r>
              <a:rPr lang="en-US" sz="2400" b="1" i="0" dirty="0">
                <a:solidFill>
                  <a:srgbClr val="343434"/>
                </a:solidFill>
                <a:effectLst/>
                <a:latin typeface="roboto" panose="02000000000000000000" pitchFamily="2" charset="0"/>
              </a:rPr>
              <a:t>At a time he can pick up any two boxes for transferring and if both the boxes contain X and Y number of candies respectively, then it takes him exactly X+Y seconds of time. As he is too eager to collect all of them he has approached you to tell him the minimum time in which all the candies can be collected.</a:t>
            </a:r>
          </a:p>
          <a:p>
            <a:pPr algn="just">
              <a:buFont typeface="Wingdings" panose="05000000000000000000" pitchFamily="2" charset="2"/>
              <a:buChar char="Ø"/>
            </a:pPr>
            <a:endParaRPr lang="en-IN" sz="2400" b="1" dirty="0"/>
          </a:p>
        </p:txBody>
      </p:sp>
    </p:spTree>
    <p:extLst>
      <p:ext uri="{BB962C8B-B14F-4D97-AF65-F5344CB8AC3E}">
        <p14:creationId xmlns:p14="http://schemas.microsoft.com/office/powerpoint/2010/main" val="41973554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F84B9A-DFB9-AEAE-7A2F-FF3789966F94}"/>
              </a:ext>
            </a:extLst>
          </p:cNvPr>
          <p:cNvSpPr>
            <a:spLocks noGrp="1"/>
          </p:cNvSpPr>
          <p:nvPr>
            <p:ph idx="1"/>
          </p:nvPr>
        </p:nvSpPr>
        <p:spPr>
          <a:xfrm>
            <a:off x="838200" y="570271"/>
            <a:ext cx="10515600" cy="5606692"/>
          </a:xfrm>
        </p:spPr>
        <p:txBody>
          <a:bodyPr>
            <a:normAutofit/>
          </a:bodyPr>
          <a:lstStyle/>
          <a:p>
            <a:pPr marL="0" indent="0" algn="l">
              <a:buNone/>
            </a:pPr>
            <a:r>
              <a:rPr lang="en-US" sz="2400" b="1" i="0" dirty="0">
                <a:solidFill>
                  <a:srgbClr val="343434"/>
                </a:solidFill>
                <a:effectLst/>
              </a:rPr>
              <a:t>Input Format:</a:t>
            </a:r>
            <a:endParaRPr lang="en-US" sz="2400" b="0" i="0" dirty="0">
              <a:solidFill>
                <a:srgbClr val="343434"/>
              </a:solidFill>
              <a:effectLst/>
            </a:endParaRPr>
          </a:p>
          <a:p>
            <a:pPr marL="0" indent="0" algn="l">
              <a:buNone/>
            </a:pPr>
            <a:r>
              <a:rPr lang="en-US" sz="2400" b="0" i="0" dirty="0">
                <a:solidFill>
                  <a:srgbClr val="343434"/>
                </a:solidFill>
                <a:effectLst/>
              </a:rPr>
              <a:t>The first line of input is the number of test case T</a:t>
            </a:r>
          </a:p>
          <a:p>
            <a:pPr marL="0" indent="0" algn="l">
              <a:buNone/>
            </a:pPr>
            <a:r>
              <a:rPr lang="en-US" sz="2400" b="0" i="0" dirty="0">
                <a:solidFill>
                  <a:srgbClr val="343434"/>
                </a:solidFill>
                <a:effectLst/>
              </a:rPr>
              <a:t>Each test case is comprised of two inputs</a:t>
            </a:r>
          </a:p>
          <a:p>
            <a:pPr marL="0" indent="0" algn="l">
              <a:buNone/>
            </a:pPr>
            <a:r>
              <a:rPr lang="en-US" sz="2400" b="0" i="0" dirty="0">
                <a:solidFill>
                  <a:srgbClr val="343434"/>
                </a:solidFill>
                <a:effectLst/>
              </a:rPr>
              <a:t>The first input of a test case is the number of boxes N</a:t>
            </a:r>
          </a:p>
          <a:p>
            <a:pPr marL="0" indent="0" algn="l">
              <a:buNone/>
            </a:pPr>
            <a:r>
              <a:rPr lang="en-US" sz="2400" b="0" i="0" dirty="0">
                <a:solidFill>
                  <a:srgbClr val="343434"/>
                </a:solidFill>
                <a:effectLst/>
              </a:rPr>
              <a:t>The second input is N integers delimited by whitespace denoting the number of candies in each box</a:t>
            </a:r>
          </a:p>
          <a:p>
            <a:pPr marL="0" indent="0" algn="l">
              <a:buNone/>
            </a:pPr>
            <a:endParaRPr lang="en-US" sz="2400" b="0" i="0" dirty="0">
              <a:solidFill>
                <a:srgbClr val="343434"/>
              </a:solidFill>
              <a:effectLst/>
            </a:endParaRPr>
          </a:p>
          <a:p>
            <a:pPr marL="0" indent="0" algn="l">
              <a:buNone/>
            </a:pPr>
            <a:r>
              <a:rPr lang="en-US" sz="2400" b="1" i="0" dirty="0">
                <a:solidFill>
                  <a:srgbClr val="343434"/>
                </a:solidFill>
                <a:effectLst/>
              </a:rPr>
              <a:t>Output Format: </a:t>
            </a:r>
            <a:r>
              <a:rPr lang="en-US" sz="2400" b="0" i="0" dirty="0">
                <a:solidFill>
                  <a:srgbClr val="343434"/>
                </a:solidFill>
                <a:effectLst/>
              </a:rPr>
              <a:t>Print minimum time required, in seconds, for each of the test cases. Print each output on a new line.</a:t>
            </a:r>
          </a:p>
          <a:p>
            <a:pPr marL="0" indent="0">
              <a:buNone/>
            </a:pPr>
            <a:endParaRPr lang="en-IN" sz="2400" dirty="0"/>
          </a:p>
        </p:txBody>
      </p:sp>
    </p:spTree>
    <p:extLst>
      <p:ext uri="{BB962C8B-B14F-4D97-AF65-F5344CB8AC3E}">
        <p14:creationId xmlns:p14="http://schemas.microsoft.com/office/powerpoint/2010/main" val="7431195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15690F-8E5E-5069-329A-6CBEACEB0CC2}"/>
              </a:ext>
            </a:extLst>
          </p:cNvPr>
          <p:cNvSpPr>
            <a:spLocks noGrp="1"/>
          </p:cNvSpPr>
          <p:nvPr>
            <p:ph idx="1"/>
          </p:nvPr>
        </p:nvSpPr>
        <p:spPr>
          <a:xfrm>
            <a:off x="838200" y="717755"/>
            <a:ext cx="10515600" cy="5459208"/>
          </a:xfrm>
        </p:spPr>
        <p:txBody>
          <a:bodyPr>
            <a:normAutofit/>
          </a:bodyPr>
          <a:lstStyle/>
          <a:p>
            <a:pPr marL="0" indent="0" algn="l">
              <a:buNone/>
            </a:pPr>
            <a:r>
              <a:rPr lang="en-US" sz="2400" b="1" i="0" dirty="0">
                <a:solidFill>
                  <a:srgbClr val="343434"/>
                </a:solidFill>
                <a:effectLst/>
              </a:rPr>
              <a:t>Input :</a:t>
            </a:r>
            <a:endParaRPr lang="en-US" sz="2400" b="0" i="0" dirty="0">
              <a:solidFill>
                <a:srgbClr val="343434"/>
              </a:solidFill>
              <a:effectLst/>
            </a:endParaRPr>
          </a:p>
          <a:p>
            <a:pPr marL="0" indent="0" algn="l">
              <a:buNone/>
            </a:pPr>
            <a:r>
              <a:rPr lang="en-US" sz="2400" b="0" i="0" dirty="0">
                <a:solidFill>
                  <a:srgbClr val="343434"/>
                </a:solidFill>
                <a:effectLst/>
              </a:rPr>
              <a:t>1</a:t>
            </a:r>
          </a:p>
          <a:p>
            <a:pPr marL="0" indent="0" algn="l">
              <a:buNone/>
            </a:pPr>
            <a:r>
              <a:rPr lang="en-US" sz="2400" b="0" i="0" dirty="0">
                <a:solidFill>
                  <a:srgbClr val="343434"/>
                </a:solidFill>
                <a:effectLst/>
              </a:rPr>
              <a:t>4</a:t>
            </a:r>
          </a:p>
          <a:p>
            <a:pPr marL="0" indent="0" algn="l">
              <a:buNone/>
            </a:pPr>
            <a:r>
              <a:rPr lang="en-US" sz="2400" b="0" i="0" dirty="0">
                <a:solidFill>
                  <a:srgbClr val="343434"/>
                </a:solidFill>
                <a:effectLst/>
              </a:rPr>
              <a:t>1 2 3 4</a:t>
            </a:r>
          </a:p>
          <a:p>
            <a:pPr marL="0" indent="0" algn="l">
              <a:buNone/>
            </a:pPr>
            <a:r>
              <a:rPr lang="en-US" sz="2400" b="1" i="0" dirty="0">
                <a:solidFill>
                  <a:srgbClr val="343434"/>
                </a:solidFill>
                <a:effectLst/>
              </a:rPr>
              <a:t>Output :</a:t>
            </a:r>
            <a:endParaRPr lang="en-US" sz="2400" b="0" i="0" dirty="0">
              <a:solidFill>
                <a:srgbClr val="343434"/>
              </a:solidFill>
              <a:effectLst/>
            </a:endParaRPr>
          </a:p>
          <a:p>
            <a:pPr marL="0" indent="0" algn="l">
              <a:buNone/>
            </a:pPr>
            <a:r>
              <a:rPr lang="en-US" sz="2400" b="0" i="0" dirty="0">
                <a:solidFill>
                  <a:srgbClr val="343434"/>
                </a:solidFill>
                <a:effectLst/>
              </a:rPr>
              <a:t>19</a:t>
            </a:r>
          </a:p>
          <a:p>
            <a:pPr marL="0" indent="0" algn="l">
              <a:buNone/>
            </a:pPr>
            <a:endParaRPr lang="en-US" sz="2400" b="0" i="0" dirty="0">
              <a:solidFill>
                <a:srgbClr val="343434"/>
              </a:solidFill>
              <a:effectLst/>
            </a:endParaRPr>
          </a:p>
          <a:p>
            <a:pPr marL="0" indent="0" algn="l">
              <a:buNone/>
            </a:pPr>
            <a:r>
              <a:rPr lang="en-US" sz="2400" b="1" i="0" dirty="0">
                <a:solidFill>
                  <a:srgbClr val="343434"/>
                </a:solidFill>
                <a:effectLst/>
              </a:rPr>
              <a:t>Explanation :</a:t>
            </a:r>
            <a:endParaRPr lang="en-US" sz="2400" b="0" i="0" dirty="0">
              <a:solidFill>
                <a:srgbClr val="343434"/>
              </a:solidFill>
              <a:effectLst/>
            </a:endParaRPr>
          </a:p>
          <a:p>
            <a:pPr marL="0" indent="0" algn="l">
              <a:buNone/>
            </a:pPr>
            <a:r>
              <a:rPr lang="en-US" sz="2400" b="0" i="0" dirty="0">
                <a:solidFill>
                  <a:srgbClr val="343434"/>
                </a:solidFill>
                <a:effectLst/>
              </a:rPr>
              <a:t>4 boxes, each containing 1, 2, 3 and 4 candies respectively. Adding 1 + 2 in a new box takes 3 seconds. Adding 3 + 3 in a new box takes 6 seconds. Adding 4 + 6 in a new box takes 10 seconds. Hence total time taken is 19 seconds. There could be other combinations also, but overall time does not go below 19 seconds.</a:t>
            </a:r>
          </a:p>
          <a:p>
            <a:pPr marL="0" indent="0">
              <a:buNone/>
            </a:pPr>
            <a:endParaRPr lang="en-IN" sz="2400" dirty="0"/>
          </a:p>
        </p:txBody>
      </p:sp>
    </p:spTree>
    <p:extLst>
      <p:ext uri="{BB962C8B-B14F-4D97-AF65-F5344CB8AC3E}">
        <p14:creationId xmlns:p14="http://schemas.microsoft.com/office/powerpoint/2010/main" val="41873525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AEC8A9-CA1B-986A-D090-960A688F1F88}"/>
              </a:ext>
            </a:extLst>
          </p:cNvPr>
          <p:cNvSpPr>
            <a:spLocks noGrp="1"/>
          </p:cNvSpPr>
          <p:nvPr>
            <p:ph idx="1"/>
          </p:nvPr>
        </p:nvSpPr>
        <p:spPr>
          <a:xfrm>
            <a:off x="838200" y="314632"/>
            <a:ext cx="10515600" cy="5862331"/>
          </a:xfrm>
        </p:spPr>
        <p:txBody>
          <a:bodyPr>
            <a:noAutofit/>
          </a:bodyPr>
          <a:lstStyle/>
          <a:p>
            <a:pPr marL="0" indent="0">
              <a:spcBef>
                <a:spcPts val="0"/>
              </a:spcBef>
              <a:buNone/>
            </a:pPr>
            <a:r>
              <a:rPr lang="en-IN" sz="2600" b="1" dirty="0"/>
              <a:t>T =  int(input())</a:t>
            </a:r>
          </a:p>
          <a:p>
            <a:pPr marL="0" indent="0">
              <a:spcBef>
                <a:spcPts val="0"/>
              </a:spcBef>
              <a:buNone/>
            </a:pPr>
            <a:r>
              <a:rPr lang="en-IN" sz="2600" b="1" dirty="0"/>
              <a:t>arr1 = []</a:t>
            </a:r>
          </a:p>
          <a:p>
            <a:pPr marL="0" indent="0">
              <a:spcBef>
                <a:spcPts val="0"/>
              </a:spcBef>
              <a:buNone/>
            </a:pPr>
            <a:r>
              <a:rPr lang="en-IN" sz="2600" b="1" dirty="0"/>
              <a:t>for </a:t>
            </a:r>
            <a:r>
              <a:rPr lang="en-IN" sz="2600" b="1" dirty="0" err="1"/>
              <a:t>i</a:t>
            </a:r>
            <a:r>
              <a:rPr lang="en-IN" sz="2600" b="1" dirty="0"/>
              <a:t> in range(0, T):</a:t>
            </a:r>
          </a:p>
          <a:p>
            <a:pPr marL="0" indent="0">
              <a:spcBef>
                <a:spcPts val="0"/>
              </a:spcBef>
              <a:buNone/>
            </a:pPr>
            <a:r>
              <a:rPr lang="en-IN" sz="2600" b="1" dirty="0"/>
              <a:t>    N = int(input())</a:t>
            </a:r>
          </a:p>
          <a:p>
            <a:pPr marL="0" indent="0">
              <a:spcBef>
                <a:spcPts val="0"/>
              </a:spcBef>
              <a:buNone/>
            </a:pPr>
            <a:r>
              <a:rPr lang="en-IN" sz="2600" b="1" dirty="0"/>
              <a:t>    </a:t>
            </a:r>
            <a:r>
              <a:rPr lang="en-IN" sz="2600" b="1" dirty="0" err="1"/>
              <a:t>arr</a:t>
            </a:r>
            <a:r>
              <a:rPr lang="en-IN" sz="2600" b="1" dirty="0"/>
              <a:t> = list(map(</a:t>
            </a:r>
            <a:r>
              <a:rPr lang="en-IN" sz="2600" b="1" dirty="0" err="1"/>
              <a:t>int,input</a:t>
            </a:r>
            <a:r>
              <a:rPr lang="en-IN" sz="2600" b="1" dirty="0"/>
              <a:t>().split()))</a:t>
            </a:r>
          </a:p>
          <a:p>
            <a:pPr marL="0" indent="0">
              <a:spcBef>
                <a:spcPts val="0"/>
              </a:spcBef>
              <a:buNone/>
            </a:pPr>
            <a:r>
              <a:rPr lang="en-IN" sz="2600" b="1" dirty="0"/>
              <a:t>    </a:t>
            </a:r>
            <a:r>
              <a:rPr lang="en-IN" sz="2600" b="1" dirty="0" err="1"/>
              <a:t>arr.sort</a:t>
            </a:r>
            <a:r>
              <a:rPr lang="en-IN" sz="2600" b="1" dirty="0"/>
              <a:t>()</a:t>
            </a:r>
          </a:p>
          <a:p>
            <a:pPr marL="0" indent="0">
              <a:spcBef>
                <a:spcPts val="0"/>
              </a:spcBef>
              <a:buNone/>
            </a:pPr>
            <a:r>
              <a:rPr lang="en-IN" sz="2600" b="1" dirty="0"/>
              <a:t>    count = </a:t>
            </a:r>
            <a:r>
              <a:rPr lang="en-IN" sz="2600" b="1" dirty="0" err="1"/>
              <a:t>arr</a:t>
            </a:r>
            <a:r>
              <a:rPr lang="en-IN" sz="2600" b="1" dirty="0"/>
              <a:t>[0]</a:t>
            </a:r>
          </a:p>
          <a:p>
            <a:pPr marL="0" indent="0">
              <a:spcBef>
                <a:spcPts val="0"/>
              </a:spcBef>
              <a:buNone/>
            </a:pPr>
            <a:r>
              <a:rPr lang="en-IN" sz="2600" b="1" dirty="0"/>
              <a:t>    for </a:t>
            </a:r>
            <a:r>
              <a:rPr lang="en-IN" sz="2600" b="1" dirty="0" err="1"/>
              <a:t>i</a:t>
            </a:r>
            <a:r>
              <a:rPr lang="en-IN" sz="2600" b="1" dirty="0"/>
              <a:t> in range(1, </a:t>
            </a:r>
            <a:r>
              <a:rPr lang="en-IN" sz="2600" b="1" dirty="0" err="1"/>
              <a:t>len</a:t>
            </a:r>
            <a:r>
              <a:rPr lang="en-IN" sz="2600" b="1" dirty="0"/>
              <a:t>(</a:t>
            </a:r>
            <a:r>
              <a:rPr lang="en-IN" sz="2600" b="1" dirty="0" err="1"/>
              <a:t>arr</a:t>
            </a:r>
            <a:r>
              <a:rPr lang="en-IN" sz="2600" b="1" dirty="0"/>
              <a:t>)):</a:t>
            </a:r>
          </a:p>
          <a:p>
            <a:pPr marL="0" indent="0">
              <a:spcBef>
                <a:spcPts val="0"/>
              </a:spcBef>
              <a:buNone/>
            </a:pPr>
            <a:r>
              <a:rPr lang="en-IN" sz="2600" b="1" dirty="0"/>
              <a:t>        count = count + </a:t>
            </a:r>
            <a:r>
              <a:rPr lang="en-IN" sz="2600" b="1" dirty="0" err="1"/>
              <a:t>arr</a:t>
            </a:r>
            <a:r>
              <a:rPr lang="en-IN" sz="2600" b="1" dirty="0"/>
              <a:t>[</a:t>
            </a:r>
            <a:r>
              <a:rPr lang="en-IN" sz="2600" b="1" dirty="0" err="1"/>
              <a:t>i</a:t>
            </a:r>
            <a:r>
              <a:rPr lang="en-IN" sz="2600" b="1" dirty="0"/>
              <a:t>]</a:t>
            </a:r>
          </a:p>
          <a:p>
            <a:pPr marL="0" indent="0">
              <a:spcBef>
                <a:spcPts val="0"/>
              </a:spcBef>
              <a:buNone/>
            </a:pPr>
            <a:r>
              <a:rPr lang="en-IN" sz="2600" b="1" dirty="0"/>
              <a:t>        arr1.append(count)</a:t>
            </a:r>
          </a:p>
          <a:p>
            <a:pPr marL="0" indent="0">
              <a:spcBef>
                <a:spcPts val="0"/>
              </a:spcBef>
              <a:buNone/>
            </a:pPr>
            <a:r>
              <a:rPr lang="en-IN" sz="2600" b="1" dirty="0"/>
              <a:t>print(sum(arr1))</a:t>
            </a:r>
          </a:p>
        </p:txBody>
      </p:sp>
    </p:spTree>
    <p:extLst>
      <p:ext uri="{BB962C8B-B14F-4D97-AF65-F5344CB8AC3E}">
        <p14:creationId xmlns:p14="http://schemas.microsoft.com/office/powerpoint/2010/main" val="2028824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7C578-0EA1-407A-340B-B26EC30110AE}"/>
              </a:ext>
            </a:extLst>
          </p:cNvPr>
          <p:cNvSpPr>
            <a:spLocks noGrp="1"/>
          </p:cNvSpPr>
          <p:nvPr>
            <p:ph type="title"/>
          </p:nvPr>
        </p:nvSpPr>
        <p:spPr>
          <a:xfrm>
            <a:off x="838200" y="196646"/>
            <a:ext cx="10515600" cy="599768"/>
          </a:xfrm>
        </p:spPr>
        <p:txBody>
          <a:bodyPr>
            <a:normAutofit/>
          </a:bodyPr>
          <a:lstStyle/>
          <a:p>
            <a:r>
              <a:rPr lang="en-IN" sz="3000" b="1" i="0" dirty="0">
                <a:solidFill>
                  <a:srgbClr val="FF0000"/>
                </a:solidFill>
                <a:effectLst/>
                <a:latin typeface="+mn-lt"/>
              </a:rPr>
              <a:t>Problem </a:t>
            </a:r>
            <a:r>
              <a:rPr lang="en-IN" sz="3000" b="1" dirty="0">
                <a:solidFill>
                  <a:srgbClr val="FF0000"/>
                </a:solidFill>
                <a:latin typeface="+mn-lt"/>
              </a:rPr>
              <a:t>Statement 10:</a:t>
            </a:r>
            <a:r>
              <a:rPr lang="en-IN" sz="3000" b="1" i="0" dirty="0">
                <a:solidFill>
                  <a:srgbClr val="FF0000"/>
                </a:solidFill>
                <a:effectLst/>
                <a:latin typeface="+mn-lt"/>
              </a:rPr>
              <a:t>Houses Problem</a:t>
            </a:r>
            <a:endParaRPr lang="en-IN" sz="3000" dirty="0">
              <a:solidFill>
                <a:srgbClr val="FF0000"/>
              </a:solidFill>
              <a:latin typeface="+mn-lt"/>
            </a:endParaRPr>
          </a:p>
        </p:txBody>
      </p:sp>
      <p:sp>
        <p:nvSpPr>
          <p:cNvPr id="3" name="Content Placeholder 2">
            <a:extLst>
              <a:ext uri="{FF2B5EF4-FFF2-40B4-BE49-F238E27FC236}">
                <a16:creationId xmlns:a16="http://schemas.microsoft.com/office/drawing/2014/main" id="{487EBF70-00F3-D1A7-5A82-57F33B53E312}"/>
              </a:ext>
            </a:extLst>
          </p:cNvPr>
          <p:cNvSpPr>
            <a:spLocks noGrp="1"/>
          </p:cNvSpPr>
          <p:nvPr>
            <p:ph idx="1"/>
          </p:nvPr>
        </p:nvSpPr>
        <p:spPr>
          <a:xfrm>
            <a:off x="838200" y="796414"/>
            <a:ext cx="10515600" cy="5380549"/>
          </a:xfrm>
        </p:spPr>
        <p:txBody>
          <a:bodyPr>
            <a:normAutofit/>
          </a:bodyPr>
          <a:lstStyle/>
          <a:p>
            <a:pPr algn="l">
              <a:buFont typeface="Wingdings" panose="05000000000000000000" pitchFamily="2" charset="2"/>
              <a:buChar char="Ø"/>
            </a:pPr>
            <a:r>
              <a:rPr lang="en-US" sz="2400" b="1" i="0" dirty="0">
                <a:solidFill>
                  <a:srgbClr val="343434"/>
                </a:solidFill>
                <a:effectLst/>
              </a:rPr>
              <a:t>There are n houses built in a line, each of which contains some value in it.</a:t>
            </a:r>
          </a:p>
          <a:p>
            <a:pPr algn="l">
              <a:buFont typeface="Wingdings" panose="05000000000000000000" pitchFamily="2" charset="2"/>
              <a:buChar char="Ø"/>
            </a:pPr>
            <a:r>
              <a:rPr lang="en-US" sz="2400" b="1" i="0" dirty="0">
                <a:solidFill>
                  <a:srgbClr val="343434"/>
                </a:solidFill>
                <a:effectLst/>
              </a:rPr>
              <a:t>A thief is going to steal the maximal value of these houses, but he can’t steal in two adjacent houses because the owner of the stolen houses will tell his two </a:t>
            </a:r>
            <a:r>
              <a:rPr lang="en-US" sz="2400" b="1" i="0" dirty="0" err="1">
                <a:solidFill>
                  <a:srgbClr val="343434"/>
                </a:solidFill>
                <a:effectLst/>
              </a:rPr>
              <a:t>neighbours</a:t>
            </a:r>
            <a:r>
              <a:rPr lang="en-US" sz="2400" b="1" i="0" dirty="0">
                <a:solidFill>
                  <a:srgbClr val="343434"/>
                </a:solidFill>
                <a:effectLst/>
              </a:rPr>
              <a:t> left and right side.</a:t>
            </a:r>
          </a:p>
          <a:p>
            <a:pPr algn="l">
              <a:buFont typeface="Wingdings" panose="05000000000000000000" pitchFamily="2" charset="2"/>
              <a:buChar char="Ø"/>
            </a:pPr>
            <a:r>
              <a:rPr lang="en-US" sz="2400" b="1" i="0" dirty="0">
                <a:solidFill>
                  <a:srgbClr val="343434"/>
                </a:solidFill>
                <a:effectLst/>
              </a:rPr>
              <a:t>What is the maximum stolen value?</a:t>
            </a:r>
          </a:p>
          <a:p>
            <a:pPr marL="0" indent="0" algn="l">
              <a:buNone/>
            </a:pPr>
            <a:endParaRPr lang="en-US" sz="2400" b="1" i="0" dirty="0">
              <a:solidFill>
                <a:srgbClr val="343434"/>
              </a:solidFill>
              <a:effectLst/>
            </a:endParaRPr>
          </a:p>
          <a:p>
            <a:pPr marL="0" indent="0" algn="l">
              <a:buNone/>
            </a:pPr>
            <a:r>
              <a:rPr lang="en-US" sz="2400" b="1" i="0" dirty="0">
                <a:solidFill>
                  <a:srgbClr val="343434"/>
                </a:solidFill>
                <a:effectLst/>
              </a:rPr>
              <a:t>Input Format</a:t>
            </a:r>
          </a:p>
          <a:p>
            <a:pPr algn="l">
              <a:buFont typeface="Wingdings" panose="05000000000000000000" pitchFamily="2" charset="2"/>
              <a:buChar char="Ø"/>
            </a:pPr>
            <a:r>
              <a:rPr lang="en-US" sz="2400" b="1" i="0" dirty="0">
                <a:solidFill>
                  <a:srgbClr val="343434"/>
                </a:solidFill>
                <a:effectLst/>
              </a:rPr>
              <a:t>First an integer n, denoting how many houses are there.</a:t>
            </a:r>
          </a:p>
          <a:p>
            <a:pPr algn="l">
              <a:buFont typeface="Wingdings" panose="05000000000000000000" pitchFamily="2" charset="2"/>
              <a:buChar char="Ø"/>
            </a:pPr>
            <a:r>
              <a:rPr lang="en-US" sz="2400" b="1" i="0" dirty="0">
                <a:solidFill>
                  <a:srgbClr val="343434"/>
                </a:solidFill>
                <a:effectLst/>
              </a:rPr>
              <a:t>Then n space separated integers denoting the values for the n houses.</a:t>
            </a:r>
          </a:p>
          <a:p>
            <a:pPr marL="0" indent="0" algn="l">
              <a:buNone/>
            </a:pPr>
            <a:r>
              <a:rPr lang="en-US" sz="2400" b="1" i="0" dirty="0">
                <a:solidFill>
                  <a:srgbClr val="343434"/>
                </a:solidFill>
                <a:effectLst/>
              </a:rPr>
              <a:t>Output Format</a:t>
            </a:r>
          </a:p>
          <a:p>
            <a:pPr algn="l">
              <a:buFont typeface="Wingdings" panose="05000000000000000000" pitchFamily="2" charset="2"/>
              <a:buChar char="Ø"/>
            </a:pPr>
            <a:r>
              <a:rPr lang="en-US" sz="2400" b="1" i="0" dirty="0">
                <a:solidFill>
                  <a:srgbClr val="343434"/>
                </a:solidFill>
                <a:effectLst/>
              </a:rPr>
              <a:t>An integer denoting the maximum value possible to steal.</a:t>
            </a:r>
          </a:p>
          <a:p>
            <a:pPr>
              <a:buFont typeface="Wingdings" panose="05000000000000000000" pitchFamily="2" charset="2"/>
              <a:buChar char="Ø"/>
            </a:pPr>
            <a:endParaRPr lang="en-IN" sz="2400" b="1" dirty="0"/>
          </a:p>
        </p:txBody>
      </p:sp>
    </p:spTree>
    <p:extLst>
      <p:ext uri="{BB962C8B-B14F-4D97-AF65-F5344CB8AC3E}">
        <p14:creationId xmlns:p14="http://schemas.microsoft.com/office/powerpoint/2010/main" val="4000332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AC7F21-0AF6-63B9-DDDF-92D9C05935EA}"/>
              </a:ext>
            </a:extLst>
          </p:cNvPr>
          <p:cNvSpPr>
            <a:spLocks noGrp="1"/>
          </p:cNvSpPr>
          <p:nvPr>
            <p:ph idx="1"/>
          </p:nvPr>
        </p:nvSpPr>
        <p:spPr>
          <a:xfrm>
            <a:off x="838200" y="550606"/>
            <a:ext cx="10515600" cy="5626357"/>
          </a:xfrm>
        </p:spPr>
        <p:txBody>
          <a:bodyPr>
            <a:normAutofit/>
          </a:bodyPr>
          <a:lstStyle/>
          <a:p>
            <a:pPr marL="0" indent="0" algn="l">
              <a:buNone/>
            </a:pPr>
            <a:r>
              <a:rPr lang="en-US" sz="2600" b="1" i="0" dirty="0">
                <a:solidFill>
                  <a:srgbClr val="343434"/>
                </a:solidFill>
                <a:effectLst/>
              </a:rPr>
              <a:t>Input    </a:t>
            </a:r>
            <a:r>
              <a:rPr lang="en-US" sz="2600" b="0" i="0" dirty="0">
                <a:solidFill>
                  <a:srgbClr val="343434"/>
                </a:solidFill>
                <a:effectLst/>
              </a:rPr>
              <a:t>                                      </a:t>
            </a:r>
          </a:p>
          <a:p>
            <a:pPr marL="0" indent="0" algn="l">
              <a:buNone/>
            </a:pPr>
            <a:r>
              <a:rPr lang="en-US" sz="2600" b="0" i="0" dirty="0">
                <a:solidFill>
                  <a:srgbClr val="343434"/>
                </a:solidFill>
                <a:effectLst/>
              </a:rPr>
              <a:t>7                                               </a:t>
            </a:r>
          </a:p>
          <a:p>
            <a:pPr marL="0" indent="0" algn="l">
              <a:buNone/>
            </a:pPr>
            <a:r>
              <a:rPr lang="en-US" sz="2600" b="0" i="0" dirty="0">
                <a:solidFill>
                  <a:srgbClr val="343434"/>
                </a:solidFill>
                <a:effectLst/>
              </a:rPr>
              <a:t>6 7 1 3 8 2 5</a:t>
            </a:r>
          </a:p>
          <a:p>
            <a:pPr marL="0" indent="0" algn="l">
              <a:buNone/>
            </a:pPr>
            <a:r>
              <a:rPr lang="en-US" sz="2600" b="1" i="0" dirty="0">
                <a:solidFill>
                  <a:srgbClr val="343434"/>
                </a:solidFill>
                <a:effectLst/>
              </a:rPr>
              <a:t>Output</a:t>
            </a:r>
            <a:endParaRPr lang="en-US" sz="2600" b="0" i="0" dirty="0">
              <a:solidFill>
                <a:srgbClr val="343434"/>
              </a:solidFill>
              <a:effectLst/>
            </a:endParaRPr>
          </a:p>
          <a:p>
            <a:pPr marL="0" indent="0" algn="l">
              <a:buNone/>
            </a:pPr>
            <a:r>
              <a:rPr lang="en-US" sz="2600" b="0" i="0" dirty="0">
                <a:solidFill>
                  <a:srgbClr val="343434"/>
                </a:solidFill>
                <a:effectLst/>
              </a:rPr>
              <a:t>20</a:t>
            </a:r>
          </a:p>
          <a:p>
            <a:pPr marL="0" indent="0" algn="l">
              <a:buNone/>
            </a:pPr>
            <a:endParaRPr lang="en-US" sz="2600" b="0" i="0" dirty="0">
              <a:solidFill>
                <a:srgbClr val="343434"/>
              </a:solidFill>
              <a:effectLst/>
            </a:endParaRPr>
          </a:p>
          <a:p>
            <a:pPr marL="0" indent="0" algn="l">
              <a:buNone/>
            </a:pPr>
            <a:r>
              <a:rPr lang="en-US" sz="2600" b="1" i="0" dirty="0">
                <a:solidFill>
                  <a:srgbClr val="343434"/>
                </a:solidFill>
                <a:effectLst/>
              </a:rPr>
              <a:t>Explanation</a:t>
            </a:r>
            <a:endParaRPr lang="en-US" sz="2600" b="0" i="0" dirty="0">
              <a:solidFill>
                <a:srgbClr val="343434"/>
              </a:solidFill>
              <a:effectLst/>
            </a:endParaRPr>
          </a:p>
          <a:p>
            <a:pPr marL="0" indent="0" algn="l">
              <a:buNone/>
            </a:pPr>
            <a:r>
              <a:rPr lang="en-US" sz="2600" b="0" i="0" dirty="0">
                <a:solidFill>
                  <a:srgbClr val="343434"/>
                </a:solidFill>
                <a:effectLst/>
              </a:rPr>
              <a:t>6+1+8+5 = 20.</a:t>
            </a:r>
          </a:p>
          <a:p>
            <a:pPr marL="0" indent="0" algn="l">
              <a:buNone/>
            </a:pPr>
            <a:r>
              <a:rPr lang="en-US" sz="2600" b="0" i="0" dirty="0">
                <a:solidFill>
                  <a:srgbClr val="343434"/>
                </a:solidFill>
                <a:effectLst/>
              </a:rPr>
              <a:t>It is the max possible value.</a:t>
            </a:r>
          </a:p>
          <a:p>
            <a:pPr marL="0" indent="0">
              <a:buNone/>
            </a:pPr>
            <a:endParaRPr lang="en-IN" sz="2600" dirty="0"/>
          </a:p>
        </p:txBody>
      </p:sp>
    </p:spTree>
    <p:extLst>
      <p:ext uri="{BB962C8B-B14F-4D97-AF65-F5344CB8AC3E}">
        <p14:creationId xmlns:p14="http://schemas.microsoft.com/office/powerpoint/2010/main" val="25520993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40E35E-4EFE-0357-014D-FFB01BD8F620}"/>
              </a:ext>
            </a:extLst>
          </p:cNvPr>
          <p:cNvSpPr>
            <a:spLocks noGrp="1"/>
          </p:cNvSpPr>
          <p:nvPr>
            <p:ph idx="1"/>
          </p:nvPr>
        </p:nvSpPr>
        <p:spPr>
          <a:xfrm>
            <a:off x="838200" y="432619"/>
            <a:ext cx="10515600" cy="5744344"/>
          </a:xfrm>
        </p:spPr>
        <p:txBody>
          <a:bodyPr>
            <a:noAutofit/>
          </a:bodyPr>
          <a:lstStyle/>
          <a:p>
            <a:pPr marL="0" indent="0">
              <a:spcBef>
                <a:spcPts val="0"/>
              </a:spcBef>
              <a:buNone/>
            </a:pPr>
            <a:r>
              <a:rPr lang="en-IN" sz="2600" b="1" dirty="0"/>
              <a:t>n=int(input())</a:t>
            </a:r>
          </a:p>
          <a:p>
            <a:pPr marL="0" indent="0">
              <a:spcBef>
                <a:spcPts val="0"/>
              </a:spcBef>
              <a:buNone/>
            </a:pPr>
            <a:r>
              <a:rPr lang="en-IN" sz="2600" b="1" dirty="0" err="1"/>
              <a:t>arr</a:t>
            </a:r>
            <a:r>
              <a:rPr lang="en-IN" sz="2600" b="1" dirty="0"/>
              <a:t>=list(map(</a:t>
            </a:r>
            <a:r>
              <a:rPr lang="en-IN" sz="2600" b="1" dirty="0" err="1"/>
              <a:t>int,input</a:t>
            </a:r>
            <a:r>
              <a:rPr lang="en-IN" sz="2600" b="1" dirty="0"/>
              <a:t>().split()))</a:t>
            </a:r>
          </a:p>
          <a:p>
            <a:pPr marL="0" indent="0">
              <a:spcBef>
                <a:spcPts val="0"/>
              </a:spcBef>
              <a:buNone/>
            </a:pPr>
            <a:r>
              <a:rPr lang="en-IN" sz="2600" b="1" dirty="0" err="1"/>
              <a:t>incl</a:t>
            </a:r>
            <a:r>
              <a:rPr lang="en-IN" sz="2600" b="1" dirty="0"/>
              <a:t>=0</a:t>
            </a:r>
          </a:p>
          <a:p>
            <a:pPr marL="0" indent="0">
              <a:spcBef>
                <a:spcPts val="0"/>
              </a:spcBef>
              <a:buNone/>
            </a:pPr>
            <a:r>
              <a:rPr lang="en-IN" sz="2600" b="1" dirty="0" err="1"/>
              <a:t>excl</a:t>
            </a:r>
            <a:r>
              <a:rPr lang="en-IN" sz="2600" b="1" dirty="0"/>
              <a:t>=0</a:t>
            </a:r>
          </a:p>
          <a:p>
            <a:pPr marL="0" indent="0">
              <a:spcBef>
                <a:spcPts val="0"/>
              </a:spcBef>
              <a:buNone/>
            </a:pPr>
            <a:r>
              <a:rPr lang="en-IN" sz="2600" b="1" dirty="0"/>
              <a:t>mx=0</a:t>
            </a:r>
          </a:p>
          <a:p>
            <a:pPr marL="0" indent="0">
              <a:spcBef>
                <a:spcPts val="0"/>
              </a:spcBef>
              <a:buNone/>
            </a:pPr>
            <a:r>
              <a:rPr lang="en-IN" sz="2600" b="1" dirty="0"/>
              <a:t>for </a:t>
            </a:r>
            <a:r>
              <a:rPr lang="en-IN" sz="2600" b="1" dirty="0" err="1"/>
              <a:t>i</a:t>
            </a:r>
            <a:r>
              <a:rPr lang="en-IN" sz="2600" b="1" dirty="0"/>
              <a:t> in range(n):</a:t>
            </a:r>
          </a:p>
          <a:p>
            <a:pPr marL="0" indent="0">
              <a:spcBef>
                <a:spcPts val="0"/>
              </a:spcBef>
              <a:buNone/>
            </a:pPr>
            <a:r>
              <a:rPr lang="en-IN" sz="2600" b="1" dirty="0"/>
              <a:t>    mx=max(</a:t>
            </a:r>
            <a:r>
              <a:rPr lang="en-IN" sz="2600" b="1" dirty="0" err="1"/>
              <a:t>incl,excl</a:t>
            </a:r>
            <a:r>
              <a:rPr lang="en-IN" sz="2600" b="1" dirty="0"/>
              <a:t>)</a:t>
            </a:r>
          </a:p>
          <a:p>
            <a:pPr marL="0" indent="0">
              <a:spcBef>
                <a:spcPts val="0"/>
              </a:spcBef>
              <a:buNone/>
            </a:pPr>
            <a:r>
              <a:rPr lang="en-IN" sz="2600" b="1" dirty="0"/>
              <a:t>    </a:t>
            </a:r>
            <a:r>
              <a:rPr lang="en-IN" sz="2600" b="1" dirty="0" err="1"/>
              <a:t>incl</a:t>
            </a:r>
            <a:r>
              <a:rPr lang="en-IN" sz="2600" b="1" dirty="0"/>
              <a:t>=</a:t>
            </a:r>
            <a:r>
              <a:rPr lang="en-IN" sz="2600" b="1" dirty="0" err="1"/>
              <a:t>excl+arr</a:t>
            </a:r>
            <a:r>
              <a:rPr lang="en-IN" sz="2600" b="1" dirty="0"/>
              <a:t>[</a:t>
            </a:r>
            <a:r>
              <a:rPr lang="en-IN" sz="2600" b="1" dirty="0" err="1"/>
              <a:t>i</a:t>
            </a:r>
            <a:r>
              <a:rPr lang="en-IN" sz="2600" b="1" dirty="0"/>
              <a:t>]</a:t>
            </a:r>
          </a:p>
          <a:p>
            <a:pPr marL="0" indent="0">
              <a:spcBef>
                <a:spcPts val="0"/>
              </a:spcBef>
              <a:buNone/>
            </a:pPr>
            <a:r>
              <a:rPr lang="en-IN" sz="2600" b="1" dirty="0"/>
              <a:t>    </a:t>
            </a:r>
            <a:r>
              <a:rPr lang="en-IN" sz="2600" b="1" dirty="0" err="1"/>
              <a:t>excl</a:t>
            </a:r>
            <a:r>
              <a:rPr lang="en-IN" sz="2600" b="1" dirty="0"/>
              <a:t>=mx</a:t>
            </a:r>
          </a:p>
          <a:p>
            <a:pPr marL="0" indent="0">
              <a:spcBef>
                <a:spcPts val="0"/>
              </a:spcBef>
              <a:buNone/>
            </a:pPr>
            <a:r>
              <a:rPr lang="en-IN" sz="2600" b="1" dirty="0"/>
              <a:t> </a:t>
            </a:r>
          </a:p>
          <a:p>
            <a:pPr marL="0" indent="0">
              <a:spcBef>
                <a:spcPts val="0"/>
              </a:spcBef>
              <a:buNone/>
            </a:pPr>
            <a:r>
              <a:rPr lang="en-IN" sz="2600" b="1" dirty="0"/>
              <a:t>print(max(</a:t>
            </a:r>
            <a:r>
              <a:rPr lang="en-IN" sz="2600" b="1" dirty="0" err="1"/>
              <a:t>incl,excl</a:t>
            </a:r>
            <a:r>
              <a:rPr lang="en-IN" sz="2600" b="1" dirty="0"/>
              <a:t>))</a:t>
            </a:r>
          </a:p>
          <a:p>
            <a:pPr marL="0" indent="0">
              <a:spcBef>
                <a:spcPts val="0"/>
              </a:spcBef>
              <a:buNone/>
            </a:pPr>
            <a:endParaRPr lang="en-IN" sz="2600" b="1" dirty="0"/>
          </a:p>
        </p:txBody>
      </p:sp>
    </p:spTree>
    <p:extLst>
      <p:ext uri="{BB962C8B-B14F-4D97-AF65-F5344CB8AC3E}">
        <p14:creationId xmlns:p14="http://schemas.microsoft.com/office/powerpoint/2010/main" val="30899831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566</TotalTime>
  <Words>4392</Words>
  <Application>Microsoft Office PowerPoint</Application>
  <PresentationFormat>Widescreen</PresentationFormat>
  <Paragraphs>286</Paragraphs>
  <Slides>38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38</vt:i4>
      </vt:variant>
    </vt:vector>
  </HeadingPairs>
  <TitlesOfParts>
    <vt:vector size="45" baseType="lpstr">
      <vt:lpstr>Arial</vt:lpstr>
      <vt:lpstr>Calibri</vt:lpstr>
      <vt:lpstr>Calibri Light</vt:lpstr>
      <vt:lpstr>montserrat</vt:lpstr>
      <vt:lpstr>roboto</vt:lpstr>
      <vt:lpstr>Wingdings</vt:lpstr>
      <vt:lpstr>Office Theme</vt:lpstr>
      <vt:lpstr>Problem Statement 1</vt:lpstr>
      <vt:lpstr>PowerPoint Presentation</vt:lpstr>
      <vt:lpstr>PowerPoint Presentation</vt:lpstr>
      <vt:lpstr>Problem Statement 2</vt:lpstr>
      <vt:lpstr>PowerPoint Presentation</vt:lpstr>
      <vt:lpstr>PowerPoint Presentation</vt:lpstr>
      <vt:lpstr>PowerPoint Presentation</vt:lpstr>
      <vt:lpstr>Problem Statement 3</vt:lpstr>
      <vt:lpstr>PowerPoint Presentation</vt:lpstr>
      <vt:lpstr>PowerPoint Presentation</vt:lpstr>
      <vt:lpstr>PowerPoint Presentation</vt:lpstr>
      <vt:lpstr>Problem Statement 4</vt:lpstr>
      <vt:lpstr>PowerPoint Presentation</vt:lpstr>
      <vt:lpstr>PowerPoint Presentation</vt:lpstr>
      <vt:lpstr>PowerPoint Presentation</vt:lpstr>
      <vt:lpstr>PowerPoint Presentation</vt:lpstr>
      <vt:lpstr>Problem Statements 5</vt:lpstr>
      <vt:lpstr>PowerPoint Presentation</vt:lpstr>
      <vt:lpstr>PowerPoint Presentation</vt:lpstr>
      <vt:lpstr>PowerPoint Presentation</vt:lpstr>
      <vt:lpstr>Problem Statement 6</vt:lpstr>
      <vt:lpstr>PowerPoint Presentation</vt:lpstr>
      <vt:lpstr>PowerPoint Presentation</vt:lpstr>
      <vt:lpstr>Problem Statement 7</vt:lpstr>
      <vt:lpstr>PowerPoint Presentation</vt:lpstr>
      <vt:lpstr>PowerPoint Presentation</vt:lpstr>
      <vt:lpstr>PowerPoint Presentation</vt:lpstr>
      <vt:lpstr>PowerPoint Presentation</vt:lpstr>
      <vt:lpstr>Problem Statement 8</vt:lpstr>
      <vt:lpstr>PowerPoint Presentation</vt:lpstr>
      <vt:lpstr>PowerPoint Presentation</vt:lpstr>
      <vt:lpstr>Problem Statement 9: Collecting Candies</vt:lpstr>
      <vt:lpstr>PowerPoint Presentation</vt:lpstr>
      <vt:lpstr>PowerPoint Presentation</vt:lpstr>
      <vt:lpstr>PowerPoint Presentation</vt:lpstr>
      <vt:lpstr>Problem Statement 10:Houses Problem</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penchala swamy</dc:creator>
  <cp:lastModifiedBy>penchala swamy</cp:lastModifiedBy>
  <cp:revision>78</cp:revision>
  <dcterms:created xsi:type="dcterms:W3CDTF">2024-04-05T09:04:13Z</dcterms:created>
  <dcterms:modified xsi:type="dcterms:W3CDTF">2024-04-06T07:37:45Z</dcterms:modified>
</cp:coreProperties>
</file>